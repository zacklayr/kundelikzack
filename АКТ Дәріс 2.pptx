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1"/>
  </p:sldMasterIdLst>
  <p:notesMasterIdLst>
    <p:notesMasterId r:id="rId21"/>
  </p:notesMasterIdLst>
  <p:sldIdLst>
    <p:sldId id="256" r:id="rId2"/>
    <p:sldId id="257" r:id="rId3"/>
    <p:sldId id="258" r:id="rId4"/>
    <p:sldId id="275" r:id="rId5"/>
    <p:sldId id="262" r:id="rId6"/>
    <p:sldId id="259" r:id="rId7"/>
    <p:sldId id="260" r:id="rId8"/>
    <p:sldId id="261" r:id="rId9"/>
    <p:sldId id="263" r:id="rId10"/>
    <p:sldId id="271" r:id="rId11"/>
    <p:sldId id="266" r:id="rId12"/>
    <p:sldId id="272" r:id="rId13"/>
    <p:sldId id="267" r:id="rId14"/>
    <p:sldId id="299" r:id="rId15"/>
    <p:sldId id="268" r:id="rId16"/>
    <p:sldId id="273" r:id="rId17"/>
    <p:sldId id="276" r:id="rId18"/>
    <p:sldId id="280" r:id="rId19"/>
    <p:sldId id="29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Средний стиль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Средний стиль 1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45" autoAdjust="0"/>
    <p:restoredTop sz="94660"/>
  </p:normalViewPr>
  <p:slideViewPr>
    <p:cSldViewPr snapToGrid="0">
      <p:cViewPr varScale="1">
        <p:scale>
          <a:sx n="69" d="100"/>
          <a:sy n="69" d="100"/>
        </p:scale>
        <p:origin x="36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1348C4-7616-4BEF-9B06-90F6BA38D69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KZ"/>
        </a:p>
      </dgm:t>
    </dgm:pt>
    <dgm:pt modelId="{548F0A3D-B37C-4698-9E9F-5C8B500C34B4}">
      <dgm:prSet custT="1"/>
      <dgm:spPr>
        <a:solidFill>
          <a:schemeClr val="accent2"/>
        </a:solidFill>
        <a:ln>
          <a:solidFill>
            <a:schemeClr val="accent1">
              <a:lumMod val="40000"/>
              <a:lumOff val="60000"/>
            </a:schemeClr>
          </a:solidFill>
        </a:ln>
      </dgm:spPr>
      <dgm:t>
        <a:bodyPr/>
        <a:lstStyle/>
        <a:p>
          <a:r>
            <a:rPr lang="ru-RU" sz="2600" b="1" dirty="0">
              <a:solidFill>
                <a:schemeClr val="tx1"/>
              </a:solidFill>
              <a:latin typeface="Times New Roman" panose="02020603050405020304" pitchFamily="18" charset="0"/>
              <a:cs typeface="Times New Roman" panose="02020603050405020304" pitchFamily="18" charset="0"/>
            </a:rPr>
            <a:t>Д</a:t>
          </a:r>
          <a:r>
            <a:rPr lang="kk-KZ" sz="2600" b="1" dirty="0">
              <a:solidFill>
                <a:schemeClr val="tx1"/>
              </a:solidFill>
              <a:latin typeface="Times New Roman" panose="02020603050405020304" pitchFamily="18" charset="0"/>
              <a:cs typeface="Times New Roman" panose="02020603050405020304" pitchFamily="18" charset="0"/>
            </a:rPr>
            <a:t>әріс  2. Компьютерлік жүйелерге кіріспе. Компьютерлік жүйелердің архитектурасы</a:t>
          </a:r>
          <a:endParaRPr lang="ru-KZ" sz="2600" dirty="0">
            <a:solidFill>
              <a:schemeClr val="tx1"/>
            </a:solidFill>
            <a:latin typeface="Times New Roman" panose="02020603050405020304" pitchFamily="18" charset="0"/>
            <a:cs typeface="Times New Roman" panose="02020603050405020304" pitchFamily="18" charset="0"/>
          </a:endParaRPr>
        </a:p>
      </dgm:t>
    </dgm:pt>
    <dgm:pt modelId="{CF0FB56B-268A-49D2-9462-C9E268641B8A}" type="parTrans" cxnId="{CE8D3FB4-7F54-427B-A648-9CFC05C0B42A}">
      <dgm:prSet/>
      <dgm:spPr/>
      <dgm:t>
        <a:bodyPr/>
        <a:lstStyle/>
        <a:p>
          <a:endParaRPr lang="ru-KZ"/>
        </a:p>
      </dgm:t>
    </dgm:pt>
    <dgm:pt modelId="{5D111CEC-868E-44D5-8C4F-FD92658C757F}" type="sibTrans" cxnId="{CE8D3FB4-7F54-427B-A648-9CFC05C0B42A}">
      <dgm:prSet/>
      <dgm:spPr/>
      <dgm:t>
        <a:bodyPr/>
        <a:lstStyle/>
        <a:p>
          <a:endParaRPr lang="ru-KZ"/>
        </a:p>
      </dgm:t>
    </dgm:pt>
    <dgm:pt modelId="{B6BE5536-9A1A-4339-96DF-9A972E472269}">
      <dgm:prSet/>
      <dgm:spPr>
        <a:solidFill>
          <a:schemeClr val="accent2"/>
        </a:solidFill>
      </dgm:spPr>
      <dgm:t>
        <a:bodyPr/>
        <a:lstStyle/>
        <a:p>
          <a:r>
            <a:rPr lang="kk-KZ" b="1" dirty="0">
              <a:solidFill>
                <a:schemeClr val="tx1"/>
              </a:solidFill>
              <a:latin typeface="Times New Roman" panose="02020603050405020304" pitchFamily="18" charset="0"/>
              <a:cs typeface="Times New Roman" panose="02020603050405020304" pitchFamily="18" charset="0"/>
            </a:rPr>
            <a:t>Компьютерлік жүйелердің эволюциясы. Компьютер жүйелеріне шолу</a:t>
          </a:r>
          <a:endParaRPr lang="ru-KZ" dirty="0">
            <a:solidFill>
              <a:schemeClr val="tx1"/>
            </a:solidFill>
            <a:latin typeface="Times New Roman" panose="02020603050405020304" pitchFamily="18" charset="0"/>
            <a:cs typeface="Times New Roman" panose="02020603050405020304" pitchFamily="18" charset="0"/>
          </a:endParaRPr>
        </a:p>
      </dgm:t>
    </dgm:pt>
    <dgm:pt modelId="{DB459B8D-07B3-4B39-A722-7B0B4EC71365}" type="parTrans" cxnId="{EC99C3E9-FBCC-4F2A-831F-6B6EA1BED4E2}">
      <dgm:prSet/>
      <dgm:spPr/>
      <dgm:t>
        <a:bodyPr/>
        <a:lstStyle/>
        <a:p>
          <a:endParaRPr lang="ru-KZ"/>
        </a:p>
      </dgm:t>
    </dgm:pt>
    <dgm:pt modelId="{1435845B-3916-4FF8-8B33-E7D533A33968}" type="sibTrans" cxnId="{EC99C3E9-FBCC-4F2A-831F-6B6EA1BED4E2}">
      <dgm:prSet/>
      <dgm:spPr/>
      <dgm:t>
        <a:bodyPr/>
        <a:lstStyle/>
        <a:p>
          <a:endParaRPr lang="ru-KZ"/>
        </a:p>
      </dgm:t>
    </dgm:pt>
    <dgm:pt modelId="{13E19839-836C-4C1B-A746-77B5F8908709}">
      <dgm:prSet/>
      <dgm:spPr>
        <a:solidFill>
          <a:schemeClr val="accent2"/>
        </a:solidFill>
      </dgm:spPr>
      <dgm:t>
        <a:bodyPr/>
        <a:lstStyle/>
        <a:p>
          <a:r>
            <a:rPr lang="kk-KZ" b="1" dirty="0">
              <a:solidFill>
                <a:schemeClr val="tx1"/>
              </a:solidFill>
              <a:latin typeface="Times New Roman" panose="02020603050405020304" pitchFamily="18" charset="0"/>
              <a:cs typeface="Times New Roman" panose="02020603050405020304" pitchFamily="18" charset="0"/>
            </a:rPr>
            <a:t>Компьютерлік жүйелердің архитектурасы мен компоненттері</a:t>
          </a:r>
          <a:endParaRPr lang="ru-KZ" dirty="0">
            <a:solidFill>
              <a:schemeClr val="tx1"/>
            </a:solidFill>
            <a:latin typeface="Times New Roman" panose="02020603050405020304" pitchFamily="18" charset="0"/>
            <a:cs typeface="Times New Roman" panose="02020603050405020304" pitchFamily="18" charset="0"/>
          </a:endParaRPr>
        </a:p>
      </dgm:t>
    </dgm:pt>
    <dgm:pt modelId="{5ACC5763-54B7-4852-837F-2E16F3858C01}" type="parTrans" cxnId="{C798413B-9B19-45B4-A1E3-3F7CA7AA52B2}">
      <dgm:prSet/>
      <dgm:spPr/>
      <dgm:t>
        <a:bodyPr/>
        <a:lstStyle/>
        <a:p>
          <a:endParaRPr lang="ru-KZ"/>
        </a:p>
      </dgm:t>
    </dgm:pt>
    <dgm:pt modelId="{BC2ABD26-56EF-46F8-B632-41DA5DECA09E}" type="sibTrans" cxnId="{C798413B-9B19-45B4-A1E3-3F7CA7AA52B2}">
      <dgm:prSet/>
      <dgm:spPr/>
      <dgm:t>
        <a:bodyPr/>
        <a:lstStyle/>
        <a:p>
          <a:endParaRPr lang="ru-KZ"/>
        </a:p>
      </dgm:t>
    </dgm:pt>
    <dgm:pt modelId="{48234963-F4DB-4DAD-B88D-2371A74FABAB}">
      <dgm:prSet/>
      <dgm:spPr>
        <a:solidFill>
          <a:schemeClr val="accent2"/>
        </a:solidFill>
      </dgm:spPr>
      <dgm:t>
        <a:bodyPr/>
        <a:lstStyle/>
        <a:p>
          <a:r>
            <a:rPr lang="kk-KZ" b="1" dirty="0">
              <a:solidFill>
                <a:schemeClr val="tx1"/>
              </a:solidFill>
              <a:latin typeface="Times New Roman" panose="02020603050405020304" pitchFamily="18" charset="0"/>
              <a:cs typeface="Times New Roman" panose="02020603050405020304" pitchFamily="18" charset="0"/>
            </a:rPr>
            <a:t>Компьютерлік жүйелерді қолдану</a:t>
          </a:r>
          <a:endParaRPr lang="ru-KZ" dirty="0">
            <a:solidFill>
              <a:schemeClr val="tx1"/>
            </a:solidFill>
            <a:latin typeface="Times New Roman" panose="02020603050405020304" pitchFamily="18" charset="0"/>
            <a:cs typeface="Times New Roman" panose="02020603050405020304" pitchFamily="18" charset="0"/>
          </a:endParaRPr>
        </a:p>
      </dgm:t>
    </dgm:pt>
    <dgm:pt modelId="{7C9532D9-6778-47EC-BC6B-2EBAEEB3CD23}" type="parTrans" cxnId="{239A4803-9F32-42AE-9ACF-8963D1F62C92}">
      <dgm:prSet/>
      <dgm:spPr/>
      <dgm:t>
        <a:bodyPr/>
        <a:lstStyle/>
        <a:p>
          <a:endParaRPr lang="ru-KZ"/>
        </a:p>
      </dgm:t>
    </dgm:pt>
    <dgm:pt modelId="{F3594BC5-7084-430C-A83E-8DD163BB9354}" type="sibTrans" cxnId="{239A4803-9F32-42AE-9ACF-8963D1F62C92}">
      <dgm:prSet/>
      <dgm:spPr/>
      <dgm:t>
        <a:bodyPr/>
        <a:lstStyle/>
        <a:p>
          <a:endParaRPr lang="ru-KZ"/>
        </a:p>
      </dgm:t>
    </dgm:pt>
    <dgm:pt modelId="{A0F671B0-08E2-40FA-803C-8D11C52E88F8}" type="pres">
      <dgm:prSet presAssocID="{5D1348C4-7616-4BEF-9B06-90F6BA38D693}" presName="linear" presStyleCnt="0">
        <dgm:presLayoutVars>
          <dgm:animLvl val="lvl"/>
          <dgm:resizeHandles val="exact"/>
        </dgm:presLayoutVars>
      </dgm:prSet>
      <dgm:spPr/>
      <dgm:t>
        <a:bodyPr/>
        <a:lstStyle/>
        <a:p>
          <a:endParaRPr lang="ru-RU"/>
        </a:p>
      </dgm:t>
    </dgm:pt>
    <dgm:pt modelId="{0216F758-6FAF-4FF8-BA5D-E959DF3398DB}" type="pres">
      <dgm:prSet presAssocID="{548F0A3D-B37C-4698-9E9F-5C8B500C34B4}" presName="parentText" presStyleLbl="node1" presStyleIdx="0" presStyleCnt="4" custLinFactY="-56" custLinFactNeighborX="737" custLinFactNeighborY="-100000">
        <dgm:presLayoutVars>
          <dgm:chMax val="0"/>
          <dgm:bulletEnabled val="1"/>
        </dgm:presLayoutVars>
      </dgm:prSet>
      <dgm:spPr/>
      <dgm:t>
        <a:bodyPr/>
        <a:lstStyle/>
        <a:p>
          <a:endParaRPr lang="ru-RU"/>
        </a:p>
      </dgm:t>
    </dgm:pt>
    <dgm:pt modelId="{1B24776C-8F7F-4D28-8536-713A0A4E5795}" type="pres">
      <dgm:prSet presAssocID="{5D111CEC-868E-44D5-8C4F-FD92658C757F}" presName="spacer" presStyleCnt="0"/>
      <dgm:spPr/>
    </dgm:pt>
    <dgm:pt modelId="{2F11FFB4-A078-4DF1-A077-D39E79E712D9}" type="pres">
      <dgm:prSet presAssocID="{B6BE5536-9A1A-4339-96DF-9A972E472269}" presName="parentText" presStyleLbl="node1" presStyleIdx="1" presStyleCnt="4">
        <dgm:presLayoutVars>
          <dgm:chMax val="0"/>
          <dgm:bulletEnabled val="1"/>
        </dgm:presLayoutVars>
      </dgm:prSet>
      <dgm:spPr/>
      <dgm:t>
        <a:bodyPr/>
        <a:lstStyle/>
        <a:p>
          <a:endParaRPr lang="ru-RU"/>
        </a:p>
      </dgm:t>
    </dgm:pt>
    <dgm:pt modelId="{E28FCCAA-3FE9-4FCB-9861-899E0097F538}" type="pres">
      <dgm:prSet presAssocID="{1435845B-3916-4FF8-8B33-E7D533A33968}" presName="spacer" presStyleCnt="0"/>
      <dgm:spPr/>
    </dgm:pt>
    <dgm:pt modelId="{A6CA1FD3-941E-4B81-A1A5-ADAECC8E909F}" type="pres">
      <dgm:prSet presAssocID="{13E19839-836C-4C1B-A746-77B5F8908709}" presName="parentText" presStyleLbl="node1" presStyleIdx="2" presStyleCnt="4">
        <dgm:presLayoutVars>
          <dgm:chMax val="0"/>
          <dgm:bulletEnabled val="1"/>
        </dgm:presLayoutVars>
      </dgm:prSet>
      <dgm:spPr/>
      <dgm:t>
        <a:bodyPr/>
        <a:lstStyle/>
        <a:p>
          <a:endParaRPr lang="ru-RU"/>
        </a:p>
      </dgm:t>
    </dgm:pt>
    <dgm:pt modelId="{8A41F95B-5B13-4551-8261-6B963F4C62CE}" type="pres">
      <dgm:prSet presAssocID="{BC2ABD26-56EF-46F8-B632-41DA5DECA09E}" presName="spacer" presStyleCnt="0"/>
      <dgm:spPr/>
    </dgm:pt>
    <dgm:pt modelId="{FDA420D9-7FC1-4E0D-A199-462303241EBB}" type="pres">
      <dgm:prSet presAssocID="{48234963-F4DB-4DAD-B88D-2371A74FABAB}" presName="parentText" presStyleLbl="node1" presStyleIdx="3" presStyleCnt="4">
        <dgm:presLayoutVars>
          <dgm:chMax val="0"/>
          <dgm:bulletEnabled val="1"/>
        </dgm:presLayoutVars>
      </dgm:prSet>
      <dgm:spPr/>
      <dgm:t>
        <a:bodyPr/>
        <a:lstStyle/>
        <a:p>
          <a:endParaRPr lang="ru-RU"/>
        </a:p>
      </dgm:t>
    </dgm:pt>
  </dgm:ptLst>
  <dgm:cxnLst>
    <dgm:cxn modelId="{CE8D3FB4-7F54-427B-A648-9CFC05C0B42A}" srcId="{5D1348C4-7616-4BEF-9B06-90F6BA38D693}" destId="{548F0A3D-B37C-4698-9E9F-5C8B500C34B4}" srcOrd="0" destOrd="0" parTransId="{CF0FB56B-268A-49D2-9462-C9E268641B8A}" sibTransId="{5D111CEC-868E-44D5-8C4F-FD92658C757F}"/>
    <dgm:cxn modelId="{73396706-6533-402C-8544-E681407B1AA1}" type="presOf" srcId="{548F0A3D-B37C-4698-9E9F-5C8B500C34B4}" destId="{0216F758-6FAF-4FF8-BA5D-E959DF3398DB}" srcOrd="0" destOrd="0" presId="urn:microsoft.com/office/officeart/2005/8/layout/vList2"/>
    <dgm:cxn modelId="{60EBAD0F-DA85-4DC0-A0AC-26F25952FE72}" type="presOf" srcId="{5D1348C4-7616-4BEF-9B06-90F6BA38D693}" destId="{A0F671B0-08E2-40FA-803C-8D11C52E88F8}" srcOrd="0" destOrd="0" presId="urn:microsoft.com/office/officeart/2005/8/layout/vList2"/>
    <dgm:cxn modelId="{C798413B-9B19-45B4-A1E3-3F7CA7AA52B2}" srcId="{5D1348C4-7616-4BEF-9B06-90F6BA38D693}" destId="{13E19839-836C-4C1B-A746-77B5F8908709}" srcOrd="2" destOrd="0" parTransId="{5ACC5763-54B7-4852-837F-2E16F3858C01}" sibTransId="{BC2ABD26-56EF-46F8-B632-41DA5DECA09E}"/>
    <dgm:cxn modelId="{28160B66-7E3A-4CE1-BB0D-A1260C6EFCD4}" type="presOf" srcId="{48234963-F4DB-4DAD-B88D-2371A74FABAB}" destId="{FDA420D9-7FC1-4E0D-A199-462303241EBB}" srcOrd="0" destOrd="0" presId="urn:microsoft.com/office/officeart/2005/8/layout/vList2"/>
    <dgm:cxn modelId="{239A4803-9F32-42AE-9ACF-8963D1F62C92}" srcId="{5D1348C4-7616-4BEF-9B06-90F6BA38D693}" destId="{48234963-F4DB-4DAD-B88D-2371A74FABAB}" srcOrd="3" destOrd="0" parTransId="{7C9532D9-6778-47EC-BC6B-2EBAEEB3CD23}" sibTransId="{F3594BC5-7084-430C-A83E-8DD163BB9354}"/>
    <dgm:cxn modelId="{F64D4C78-CE43-438F-A6E3-A3749AD983CF}" type="presOf" srcId="{B6BE5536-9A1A-4339-96DF-9A972E472269}" destId="{2F11FFB4-A078-4DF1-A077-D39E79E712D9}" srcOrd="0" destOrd="0" presId="urn:microsoft.com/office/officeart/2005/8/layout/vList2"/>
    <dgm:cxn modelId="{EC99C3E9-FBCC-4F2A-831F-6B6EA1BED4E2}" srcId="{5D1348C4-7616-4BEF-9B06-90F6BA38D693}" destId="{B6BE5536-9A1A-4339-96DF-9A972E472269}" srcOrd="1" destOrd="0" parTransId="{DB459B8D-07B3-4B39-A722-7B0B4EC71365}" sibTransId="{1435845B-3916-4FF8-8B33-E7D533A33968}"/>
    <dgm:cxn modelId="{C1D88574-AE11-48DA-A654-A7C5ADA66F9A}" type="presOf" srcId="{13E19839-836C-4C1B-A746-77B5F8908709}" destId="{A6CA1FD3-941E-4B81-A1A5-ADAECC8E909F}" srcOrd="0" destOrd="0" presId="urn:microsoft.com/office/officeart/2005/8/layout/vList2"/>
    <dgm:cxn modelId="{D1149870-ACE3-407F-A088-58A1EF23BF39}" type="presParOf" srcId="{A0F671B0-08E2-40FA-803C-8D11C52E88F8}" destId="{0216F758-6FAF-4FF8-BA5D-E959DF3398DB}" srcOrd="0" destOrd="0" presId="urn:microsoft.com/office/officeart/2005/8/layout/vList2"/>
    <dgm:cxn modelId="{79A51CE8-4B82-4896-B776-6BA401810073}" type="presParOf" srcId="{A0F671B0-08E2-40FA-803C-8D11C52E88F8}" destId="{1B24776C-8F7F-4D28-8536-713A0A4E5795}" srcOrd="1" destOrd="0" presId="urn:microsoft.com/office/officeart/2005/8/layout/vList2"/>
    <dgm:cxn modelId="{2DF7211C-0B55-47C7-84DE-88CF32AB5018}" type="presParOf" srcId="{A0F671B0-08E2-40FA-803C-8D11C52E88F8}" destId="{2F11FFB4-A078-4DF1-A077-D39E79E712D9}" srcOrd="2" destOrd="0" presId="urn:microsoft.com/office/officeart/2005/8/layout/vList2"/>
    <dgm:cxn modelId="{EFE81295-4D0E-4A86-AE57-FCCCC6061D25}" type="presParOf" srcId="{A0F671B0-08E2-40FA-803C-8D11C52E88F8}" destId="{E28FCCAA-3FE9-4FCB-9861-899E0097F538}" srcOrd="3" destOrd="0" presId="urn:microsoft.com/office/officeart/2005/8/layout/vList2"/>
    <dgm:cxn modelId="{1D3580F0-69E7-4221-A261-10613948BB01}" type="presParOf" srcId="{A0F671B0-08E2-40FA-803C-8D11C52E88F8}" destId="{A6CA1FD3-941E-4B81-A1A5-ADAECC8E909F}" srcOrd="4" destOrd="0" presId="urn:microsoft.com/office/officeart/2005/8/layout/vList2"/>
    <dgm:cxn modelId="{0761767C-AEE8-4C95-ACEE-AF5FFA2F9ECF}" type="presParOf" srcId="{A0F671B0-08E2-40FA-803C-8D11C52E88F8}" destId="{8A41F95B-5B13-4551-8261-6B963F4C62CE}" srcOrd="5" destOrd="0" presId="urn:microsoft.com/office/officeart/2005/8/layout/vList2"/>
    <dgm:cxn modelId="{384E3611-EB20-432A-90DF-FFE3EAC9A414}" type="presParOf" srcId="{A0F671B0-08E2-40FA-803C-8D11C52E88F8}" destId="{FDA420D9-7FC1-4E0D-A199-462303241EB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6F758-6FAF-4FF8-BA5D-E959DF3398DB}">
      <dsp:nvSpPr>
        <dsp:cNvPr id="0" name=""/>
        <dsp:cNvSpPr/>
      </dsp:nvSpPr>
      <dsp:spPr>
        <a:xfrm>
          <a:off x="0" y="0"/>
          <a:ext cx="9588014" cy="1209194"/>
        </a:xfrm>
        <a:prstGeom prst="roundRect">
          <a:avLst/>
        </a:prstGeom>
        <a:solidFill>
          <a:schemeClr val="accent2"/>
        </a:solidFill>
        <a:ln w="15875" cap="rnd" cmpd="sng" algn="ctr">
          <a:solidFill>
            <a:schemeClr val="accent1">
              <a:lumMod val="40000"/>
              <a:lumOff val="6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ru-RU" sz="2600" b="1" kern="1200" dirty="0">
              <a:solidFill>
                <a:schemeClr val="tx1"/>
              </a:solidFill>
              <a:latin typeface="Times New Roman" panose="02020603050405020304" pitchFamily="18" charset="0"/>
              <a:cs typeface="Times New Roman" panose="02020603050405020304" pitchFamily="18" charset="0"/>
            </a:rPr>
            <a:t>Д</a:t>
          </a:r>
          <a:r>
            <a:rPr lang="kk-KZ" sz="2600" b="1" kern="1200" dirty="0">
              <a:solidFill>
                <a:schemeClr val="tx1"/>
              </a:solidFill>
              <a:latin typeface="Times New Roman" panose="02020603050405020304" pitchFamily="18" charset="0"/>
              <a:cs typeface="Times New Roman" panose="02020603050405020304" pitchFamily="18" charset="0"/>
            </a:rPr>
            <a:t>әріс  2. Компьютерлік жүйелерге кіріспе. Компьютерлік жүйелердің архитектурасы</a:t>
          </a:r>
          <a:endParaRPr lang="ru-KZ" sz="2600" kern="1200" dirty="0">
            <a:solidFill>
              <a:schemeClr val="tx1"/>
            </a:solidFill>
            <a:latin typeface="Times New Roman" panose="02020603050405020304" pitchFamily="18" charset="0"/>
            <a:cs typeface="Times New Roman" panose="02020603050405020304" pitchFamily="18" charset="0"/>
          </a:endParaRPr>
        </a:p>
      </dsp:txBody>
      <dsp:txXfrm>
        <a:off x="59028" y="59028"/>
        <a:ext cx="9469958" cy="1091138"/>
      </dsp:txXfrm>
    </dsp:sp>
    <dsp:sp modelId="{2F11FFB4-A078-4DF1-A077-D39E79E712D9}">
      <dsp:nvSpPr>
        <dsp:cNvPr id="0" name=""/>
        <dsp:cNvSpPr/>
      </dsp:nvSpPr>
      <dsp:spPr>
        <a:xfrm>
          <a:off x="0" y="1355845"/>
          <a:ext cx="9588014" cy="1209194"/>
        </a:xfrm>
        <a:prstGeom prst="roundRect">
          <a:avLst/>
        </a:prstGeom>
        <a:solidFill>
          <a:schemeClr val="accent2"/>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kk-KZ" sz="3200" b="1" kern="1200" dirty="0">
              <a:solidFill>
                <a:schemeClr val="tx1"/>
              </a:solidFill>
              <a:latin typeface="Times New Roman" panose="02020603050405020304" pitchFamily="18" charset="0"/>
              <a:cs typeface="Times New Roman" panose="02020603050405020304" pitchFamily="18" charset="0"/>
            </a:rPr>
            <a:t>Компьютерлік жүйелердің эволюциясы. Компьютер жүйелеріне шолу</a:t>
          </a:r>
          <a:endParaRPr lang="ru-KZ" sz="3200" kern="1200" dirty="0">
            <a:solidFill>
              <a:schemeClr val="tx1"/>
            </a:solidFill>
            <a:latin typeface="Times New Roman" panose="02020603050405020304" pitchFamily="18" charset="0"/>
            <a:cs typeface="Times New Roman" panose="02020603050405020304" pitchFamily="18" charset="0"/>
          </a:endParaRPr>
        </a:p>
      </dsp:txBody>
      <dsp:txXfrm>
        <a:off x="59028" y="1414873"/>
        <a:ext cx="9469958" cy="1091138"/>
      </dsp:txXfrm>
    </dsp:sp>
    <dsp:sp modelId="{A6CA1FD3-941E-4B81-A1A5-ADAECC8E909F}">
      <dsp:nvSpPr>
        <dsp:cNvPr id="0" name=""/>
        <dsp:cNvSpPr/>
      </dsp:nvSpPr>
      <dsp:spPr>
        <a:xfrm>
          <a:off x="0" y="2657200"/>
          <a:ext cx="9588014" cy="1209194"/>
        </a:xfrm>
        <a:prstGeom prst="roundRect">
          <a:avLst/>
        </a:prstGeom>
        <a:solidFill>
          <a:schemeClr val="accent2"/>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kk-KZ" sz="3200" b="1" kern="1200" dirty="0">
              <a:solidFill>
                <a:schemeClr val="tx1"/>
              </a:solidFill>
              <a:latin typeface="Times New Roman" panose="02020603050405020304" pitchFamily="18" charset="0"/>
              <a:cs typeface="Times New Roman" panose="02020603050405020304" pitchFamily="18" charset="0"/>
            </a:rPr>
            <a:t>Компьютерлік жүйелердің архитектурасы мен компоненттері</a:t>
          </a:r>
          <a:endParaRPr lang="ru-KZ" sz="3200" kern="1200" dirty="0">
            <a:solidFill>
              <a:schemeClr val="tx1"/>
            </a:solidFill>
            <a:latin typeface="Times New Roman" panose="02020603050405020304" pitchFamily="18" charset="0"/>
            <a:cs typeface="Times New Roman" panose="02020603050405020304" pitchFamily="18" charset="0"/>
          </a:endParaRPr>
        </a:p>
      </dsp:txBody>
      <dsp:txXfrm>
        <a:off x="59028" y="2716228"/>
        <a:ext cx="9469958" cy="1091138"/>
      </dsp:txXfrm>
    </dsp:sp>
    <dsp:sp modelId="{FDA420D9-7FC1-4E0D-A199-462303241EBB}">
      <dsp:nvSpPr>
        <dsp:cNvPr id="0" name=""/>
        <dsp:cNvSpPr/>
      </dsp:nvSpPr>
      <dsp:spPr>
        <a:xfrm>
          <a:off x="0" y="3958555"/>
          <a:ext cx="9588014" cy="1209194"/>
        </a:xfrm>
        <a:prstGeom prst="roundRect">
          <a:avLst/>
        </a:prstGeom>
        <a:solidFill>
          <a:schemeClr val="accent2"/>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kk-KZ" sz="3200" b="1" kern="1200" dirty="0">
              <a:solidFill>
                <a:schemeClr val="tx1"/>
              </a:solidFill>
              <a:latin typeface="Times New Roman" panose="02020603050405020304" pitchFamily="18" charset="0"/>
              <a:cs typeface="Times New Roman" panose="02020603050405020304" pitchFamily="18" charset="0"/>
            </a:rPr>
            <a:t>Компьютерлік жүйелерді қолдану</a:t>
          </a:r>
          <a:endParaRPr lang="ru-KZ" sz="3200" kern="1200" dirty="0">
            <a:solidFill>
              <a:schemeClr val="tx1"/>
            </a:solidFill>
            <a:latin typeface="Times New Roman" panose="02020603050405020304" pitchFamily="18" charset="0"/>
            <a:cs typeface="Times New Roman" panose="02020603050405020304" pitchFamily="18" charset="0"/>
          </a:endParaRPr>
        </a:p>
      </dsp:txBody>
      <dsp:txXfrm>
        <a:off x="59028" y="4017583"/>
        <a:ext cx="9469958" cy="109113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KZ"/>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3A1EF9-1707-4B5C-BC0B-F5EFECA35AED}" type="datetimeFigureOut">
              <a:rPr lang="ru-KZ" smtClean="0"/>
              <a:t>17.09.2024</a:t>
            </a:fld>
            <a:endParaRPr lang="ru-KZ"/>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KZ"/>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KZ"/>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DE0B12-A1E7-4AED-83EB-D8EB403C4CF6}" type="slidenum">
              <a:rPr lang="ru-KZ" smtClean="0"/>
              <a:t>‹#›</a:t>
            </a:fld>
            <a:endParaRPr lang="ru-KZ"/>
          </a:p>
        </p:txBody>
      </p:sp>
    </p:spTree>
    <p:extLst>
      <p:ext uri="{BB962C8B-B14F-4D97-AF65-F5344CB8AC3E}">
        <p14:creationId xmlns:p14="http://schemas.microsoft.com/office/powerpoint/2010/main" val="2196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9"/>
        <p:cNvGrpSpPr/>
        <p:nvPr/>
      </p:nvGrpSpPr>
      <p:grpSpPr>
        <a:xfrm>
          <a:off x="0" y="0"/>
          <a:ext cx="0" cy="0"/>
          <a:chOff x="0" y="0"/>
          <a:chExt cx="0" cy="0"/>
        </a:xfrm>
      </p:grpSpPr>
      <p:sp>
        <p:nvSpPr>
          <p:cNvPr id="4050" name="Google Shape;4050;g986689087a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1" name="Google Shape;4051;g986689087a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0087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7"/>
        <p:cNvGrpSpPr/>
        <p:nvPr/>
      </p:nvGrpSpPr>
      <p:grpSpPr>
        <a:xfrm>
          <a:off x="0" y="0"/>
          <a:ext cx="0" cy="0"/>
          <a:chOff x="0" y="0"/>
          <a:chExt cx="0" cy="0"/>
        </a:xfrm>
      </p:grpSpPr>
      <p:sp>
        <p:nvSpPr>
          <p:cNvPr id="5198" name="Google Shape;5198;g986689087a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9" name="Google Shape;5199;g986689087a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6889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3"/>
        <p:cNvGrpSpPr/>
        <p:nvPr/>
      </p:nvGrpSpPr>
      <p:grpSpPr>
        <a:xfrm>
          <a:off x="0" y="0"/>
          <a:ext cx="0" cy="0"/>
          <a:chOff x="0" y="0"/>
          <a:chExt cx="0" cy="0"/>
        </a:xfrm>
      </p:grpSpPr>
      <p:sp>
        <p:nvSpPr>
          <p:cNvPr id="4464" name="Google Shape;4464;g986689087a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5" name="Google Shape;4465;g986689087a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9522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ru-RU"/>
              <a:t>Образец заголовка</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970E99CB-4AC9-4A02-8DEB-43C869416702}" type="datetimeFigureOut">
              <a:rPr lang="ru-KZ" smtClean="0"/>
              <a:t>17.09.2024</a:t>
            </a:fld>
            <a:endParaRPr lang="ru-KZ"/>
          </a:p>
        </p:txBody>
      </p:sp>
      <p:sp>
        <p:nvSpPr>
          <p:cNvPr id="5" name="Footer Placeholder 4"/>
          <p:cNvSpPr>
            <a:spLocks noGrp="1"/>
          </p:cNvSpPr>
          <p:nvPr>
            <p:ph type="ftr" sz="quarter" idx="11"/>
          </p:nvPr>
        </p:nvSpPr>
        <p:spPr/>
        <p:txBody>
          <a:bodyPr/>
          <a:lstStyle/>
          <a:p>
            <a:endParaRPr lang="ru-KZ"/>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3045733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ru-RU"/>
              <a:t>Образец заголовка</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70E99CB-4AC9-4A02-8DEB-43C869416702}" type="datetimeFigureOut">
              <a:rPr lang="ru-KZ" smtClean="0"/>
              <a:t>17.09.2024</a:t>
            </a:fld>
            <a:endParaRPr lang="ru-KZ"/>
          </a:p>
        </p:txBody>
      </p:sp>
      <p:sp>
        <p:nvSpPr>
          <p:cNvPr id="5" name="Footer Placeholder 4"/>
          <p:cNvSpPr>
            <a:spLocks noGrp="1"/>
          </p:cNvSpPr>
          <p:nvPr>
            <p:ph type="ftr" sz="quarter" idx="11"/>
          </p:nvPr>
        </p:nvSpPr>
        <p:spPr/>
        <p:txBody>
          <a:bodyPr/>
          <a:lstStyle/>
          <a:p>
            <a:endParaRPr lang="ru-KZ"/>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2678772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70E99CB-4AC9-4A02-8DEB-43C869416702}" type="datetimeFigureOut">
              <a:rPr lang="ru-KZ" smtClean="0"/>
              <a:t>17.09.2024</a:t>
            </a:fld>
            <a:endParaRPr lang="ru-KZ"/>
          </a:p>
        </p:txBody>
      </p:sp>
      <p:sp>
        <p:nvSpPr>
          <p:cNvPr id="5" name="Footer Placeholder 4"/>
          <p:cNvSpPr>
            <a:spLocks noGrp="1"/>
          </p:cNvSpPr>
          <p:nvPr>
            <p:ph type="ftr" sz="quarter" idx="11"/>
          </p:nvPr>
        </p:nvSpPr>
        <p:spPr/>
        <p:txBody>
          <a:bodyPr/>
          <a:lstStyle/>
          <a:p>
            <a:endParaRPr lang="ru-KZ"/>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1947199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970E99CB-4AC9-4A02-8DEB-43C869416702}" type="datetimeFigureOut">
              <a:rPr lang="ru-KZ" smtClean="0"/>
              <a:t>17.09.2024</a:t>
            </a:fld>
            <a:endParaRPr lang="ru-KZ"/>
          </a:p>
        </p:txBody>
      </p:sp>
      <p:sp>
        <p:nvSpPr>
          <p:cNvPr id="6" name="Footer Placeholder 5"/>
          <p:cNvSpPr>
            <a:spLocks noGrp="1"/>
          </p:cNvSpPr>
          <p:nvPr>
            <p:ph type="ftr" sz="quarter" idx="11"/>
          </p:nvPr>
        </p:nvSpPr>
        <p:spPr/>
        <p:txBody>
          <a:bodyPr/>
          <a:lstStyle/>
          <a:p>
            <a:endParaRPr lang="ru-KZ"/>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3940690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970E99CB-4AC9-4A02-8DEB-43C869416702}" type="datetimeFigureOut">
              <a:rPr lang="ru-KZ" smtClean="0"/>
              <a:t>17.09.2024</a:t>
            </a:fld>
            <a:endParaRPr lang="ru-KZ"/>
          </a:p>
        </p:txBody>
      </p:sp>
      <p:sp>
        <p:nvSpPr>
          <p:cNvPr id="8" name="Footer Placeholder 7"/>
          <p:cNvSpPr>
            <a:spLocks noGrp="1"/>
          </p:cNvSpPr>
          <p:nvPr>
            <p:ph type="ftr" sz="quarter" idx="11"/>
          </p:nvPr>
        </p:nvSpPr>
        <p:spPr/>
        <p:txBody>
          <a:bodyPr/>
          <a:lstStyle/>
          <a:p>
            <a:endParaRPr lang="ru-KZ"/>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3032234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970E99CB-4AC9-4A02-8DEB-43C869416702}" type="datetimeFigureOut">
              <a:rPr lang="ru-KZ" smtClean="0"/>
              <a:t>17.09.2024</a:t>
            </a:fld>
            <a:endParaRPr lang="ru-KZ"/>
          </a:p>
        </p:txBody>
      </p:sp>
      <p:sp>
        <p:nvSpPr>
          <p:cNvPr id="4" name="Footer Placeholder 3"/>
          <p:cNvSpPr>
            <a:spLocks noGrp="1"/>
          </p:cNvSpPr>
          <p:nvPr>
            <p:ph type="ftr" sz="quarter" idx="11"/>
          </p:nvPr>
        </p:nvSpPr>
        <p:spPr/>
        <p:txBody>
          <a:bodyPr/>
          <a:lstStyle/>
          <a:p>
            <a:endParaRPr lang="ru-KZ"/>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1919325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0E99CB-4AC9-4A02-8DEB-43C869416702}" type="datetimeFigureOut">
              <a:rPr lang="ru-KZ" smtClean="0"/>
              <a:t>17.09.2024</a:t>
            </a:fld>
            <a:endParaRPr lang="ru-KZ"/>
          </a:p>
        </p:txBody>
      </p:sp>
      <p:sp>
        <p:nvSpPr>
          <p:cNvPr id="3" name="Footer Placeholder 2"/>
          <p:cNvSpPr>
            <a:spLocks noGrp="1"/>
          </p:cNvSpPr>
          <p:nvPr>
            <p:ph type="ftr" sz="quarter" idx="11"/>
          </p:nvPr>
        </p:nvSpPr>
        <p:spPr/>
        <p:txBody>
          <a:bodyPr/>
          <a:lstStyle/>
          <a:p>
            <a:endParaRPr lang="ru-KZ"/>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532250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ru-RU"/>
              <a:t>Образец заголовка</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70E99CB-4AC9-4A02-8DEB-43C869416702}" type="datetimeFigureOut">
              <a:rPr lang="ru-KZ" smtClean="0"/>
              <a:t>17.09.2024</a:t>
            </a:fld>
            <a:endParaRPr lang="ru-KZ"/>
          </a:p>
        </p:txBody>
      </p:sp>
      <p:sp>
        <p:nvSpPr>
          <p:cNvPr id="6" name="Footer Placeholder 5"/>
          <p:cNvSpPr>
            <a:spLocks noGrp="1"/>
          </p:cNvSpPr>
          <p:nvPr>
            <p:ph type="ftr" sz="quarter" idx="11"/>
          </p:nvPr>
        </p:nvSpPr>
        <p:spPr/>
        <p:txBody>
          <a:bodyPr/>
          <a:lstStyle/>
          <a:p>
            <a:endParaRPr lang="ru-KZ"/>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3043233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70E99CB-4AC9-4A02-8DEB-43C869416702}" type="datetimeFigureOut">
              <a:rPr lang="ru-KZ" smtClean="0"/>
              <a:t>17.09.2024</a:t>
            </a:fld>
            <a:endParaRPr lang="ru-KZ"/>
          </a:p>
        </p:txBody>
      </p:sp>
      <p:sp>
        <p:nvSpPr>
          <p:cNvPr id="6" name="Footer Placeholder 5"/>
          <p:cNvSpPr>
            <a:spLocks noGrp="1"/>
          </p:cNvSpPr>
          <p:nvPr>
            <p:ph type="ftr" sz="quarter" idx="11"/>
          </p:nvPr>
        </p:nvSpPr>
        <p:spPr/>
        <p:txBody>
          <a:bodyPr/>
          <a:lstStyle/>
          <a:p>
            <a:endParaRPr lang="ru-KZ"/>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1496817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70E99CB-4AC9-4A02-8DEB-43C869416702}" type="datetimeFigureOut">
              <a:rPr lang="ru-KZ" smtClean="0"/>
              <a:t>17.09.2024</a:t>
            </a:fld>
            <a:endParaRPr lang="ru-KZ"/>
          </a:p>
        </p:txBody>
      </p:sp>
      <p:sp>
        <p:nvSpPr>
          <p:cNvPr id="5" name="Footer Placeholder 4"/>
          <p:cNvSpPr>
            <a:spLocks noGrp="1"/>
          </p:cNvSpPr>
          <p:nvPr>
            <p:ph type="ftr" sz="quarter" idx="11"/>
          </p:nvPr>
        </p:nvSpPr>
        <p:spPr/>
        <p:txBody>
          <a:bodyPr/>
          <a:lstStyle/>
          <a:p>
            <a:endParaRPr lang="ru-KZ"/>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1754561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70E99CB-4AC9-4A02-8DEB-43C869416702}" type="datetimeFigureOut">
              <a:rPr lang="ru-KZ" smtClean="0"/>
              <a:t>17.09.2024</a:t>
            </a:fld>
            <a:endParaRPr lang="ru-KZ"/>
          </a:p>
        </p:txBody>
      </p:sp>
      <p:sp>
        <p:nvSpPr>
          <p:cNvPr id="5" name="Footer Placeholder 4"/>
          <p:cNvSpPr>
            <a:spLocks noGrp="1"/>
          </p:cNvSpPr>
          <p:nvPr>
            <p:ph type="ftr" sz="quarter" idx="11"/>
          </p:nvPr>
        </p:nvSpPr>
        <p:spPr/>
        <p:txBody>
          <a:bodyPr/>
          <a:lstStyle/>
          <a:p>
            <a:endParaRPr lang="ru-KZ"/>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4549871-2AFF-4DD5-A35F-62E36154C774}" type="slidenum">
              <a:rPr lang="ru-KZ" smtClean="0"/>
              <a:t>‹#›</a:t>
            </a:fld>
            <a:endParaRPr lang="ru-KZ"/>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25613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ru-RU"/>
              <a:t>Образец заголовка</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970E99CB-4AC9-4A02-8DEB-43C869416702}" type="datetimeFigureOut">
              <a:rPr lang="ru-KZ" smtClean="0"/>
              <a:t>17.09.2024</a:t>
            </a:fld>
            <a:endParaRPr lang="ru-KZ"/>
          </a:p>
        </p:txBody>
      </p:sp>
      <p:sp>
        <p:nvSpPr>
          <p:cNvPr id="6" name="Footer Placeholder 5"/>
          <p:cNvSpPr>
            <a:spLocks noGrp="1"/>
          </p:cNvSpPr>
          <p:nvPr>
            <p:ph type="ftr" sz="quarter" idx="11"/>
          </p:nvPr>
        </p:nvSpPr>
        <p:spPr/>
        <p:txBody>
          <a:bodyPr/>
          <a:lstStyle/>
          <a:p>
            <a:endParaRPr lang="ru-KZ"/>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17609924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Цитата карточки имени">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970E99CB-4AC9-4A02-8DEB-43C869416702}" type="datetimeFigureOut">
              <a:rPr lang="ru-KZ" smtClean="0"/>
              <a:t>17.09.2024</a:t>
            </a:fld>
            <a:endParaRPr lang="ru-KZ"/>
          </a:p>
        </p:txBody>
      </p:sp>
      <p:sp>
        <p:nvSpPr>
          <p:cNvPr id="6" name="Footer Placeholder 5"/>
          <p:cNvSpPr>
            <a:spLocks noGrp="1"/>
          </p:cNvSpPr>
          <p:nvPr>
            <p:ph type="ftr" sz="quarter" idx="11"/>
          </p:nvPr>
        </p:nvSpPr>
        <p:spPr/>
        <p:txBody>
          <a:bodyPr/>
          <a:lstStyle/>
          <a:p>
            <a:endParaRPr lang="ru-KZ"/>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4549871-2AFF-4DD5-A35F-62E36154C774}" type="slidenum">
              <a:rPr lang="ru-KZ" smtClean="0"/>
              <a:t>‹#›</a:t>
            </a:fld>
            <a:endParaRPr lang="ru-KZ"/>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50080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970E99CB-4AC9-4A02-8DEB-43C869416702}" type="datetimeFigureOut">
              <a:rPr lang="ru-KZ" smtClean="0"/>
              <a:t>17.09.2024</a:t>
            </a:fld>
            <a:endParaRPr lang="ru-KZ"/>
          </a:p>
        </p:txBody>
      </p:sp>
      <p:sp>
        <p:nvSpPr>
          <p:cNvPr id="6" name="Footer Placeholder 5"/>
          <p:cNvSpPr>
            <a:spLocks noGrp="1"/>
          </p:cNvSpPr>
          <p:nvPr>
            <p:ph type="ftr" sz="quarter" idx="11"/>
          </p:nvPr>
        </p:nvSpPr>
        <p:spPr/>
        <p:txBody>
          <a:bodyPr/>
          <a:lstStyle/>
          <a:p>
            <a:endParaRPr lang="ru-KZ"/>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41839481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70E99CB-4AC9-4A02-8DEB-43C869416702}" type="datetimeFigureOut">
              <a:rPr lang="ru-KZ" smtClean="0"/>
              <a:t>17.09.2024</a:t>
            </a:fld>
            <a:endParaRPr lang="ru-KZ"/>
          </a:p>
        </p:txBody>
      </p:sp>
      <p:sp>
        <p:nvSpPr>
          <p:cNvPr id="5" name="Footer Placeholder 4"/>
          <p:cNvSpPr>
            <a:spLocks noGrp="1"/>
          </p:cNvSpPr>
          <p:nvPr>
            <p:ph type="ftr" sz="quarter" idx="11"/>
          </p:nvPr>
        </p:nvSpPr>
        <p:spPr/>
        <p:txBody>
          <a:bodyPr/>
          <a:lstStyle/>
          <a:p>
            <a:endParaRPr lang="ru-KZ"/>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1773481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70E99CB-4AC9-4A02-8DEB-43C869416702}" type="datetimeFigureOut">
              <a:rPr lang="ru-KZ" smtClean="0"/>
              <a:t>17.09.2024</a:t>
            </a:fld>
            <a:endParaRPr lang="ru-KZ"/>
          </a:p>
        </p:txBody>
      </p:sp>
      <p:sp>
        <p:nvSpPr>
          <p:cNvPr id="5" name="Footer Placeholder 4"/>
          <p:cNvSpPr>
            <a:spLocks noGrp="1"/>
          </p:cNvSpPr>
          <p:nvPr>
            <p:ph type="ftr" sz="quarter" idx="11"/>
          </p:nvPr>
        </p:nvSpPr>
        <p:spPr/>
        <p:txBody>
          <a:bodyPr/>
          <a:lstStyle/>
          <a:p>
            <a:endParaRPr lang="ru-KZ"/>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4549871-2AFF-4DD5-A35F-62E36154C774}" type="slidenum">
              <a:rPr lang="ru-KZ" smtClean="0"/>
              <a:t>‹#›</a:t>
            </a:fld>
            <a:endParaRPr lang="ru-KZ"/>
          </a:p>
        </p:txBody>
      </p:sp>
    </p:spTree>
    <p:extLst>
      <p:ext uri="{BB962C8B-B14F-4D97-AF65-F5344CB8AC3E}">
        <p14:creationId xmlns:p14="http://schemas.microsoft.com/office/powerpoint/2010/main" val="4225929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70E99CB-4AC9-4A02-8DEB-43C869416702}" type="datetimeFigureOut">
              <a:rPr lang="ru-KZ" smtClean="0"/>
              <a:t>17.09.2024</a:t>
            </a:fld>
            <a:endParaRPr lang="ru-KZ"/>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ru-KZ"/>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4549871-2AFF-4DD5-A35F-62E36154C774}" type="slidenum">
              <a:rPr lang="ru-KZ" smtClean="0"/>
              <a:t>‹#›</a:t>
            </a:fld>
            <a:endParaRPr lang="ru-KZ"/>
          </a:p>
        </p:txBody>
      </p:sp>
    </p:spTree>
    <p:extLst>
      <p:ext uri="{BB962C8B-B14F-4D97-AF65-F5344CB8AC3E}">
        <p14:creationId xmlns:p14="http://schemas.microsoft.com/office/powerpoint/2010/main" val="2969749028"/>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8" name="Схема 7">
            <a:extLst>
              <a:ext uri="{FF2B5EF4-FFF2-40B4-BE49-F238E27FC236}">
                <a16:creationId xmlns="" xmlns:a16="http://schemas.microsoft.com/office/drawing/2014/main" id="{71FE0905-2EF7-9353-27ED-8365C2E97113}"/>
              </a:ext>
            </a:extLst>
          </p:cNvPr>
          <p:cNvGraphicFramePr/>
          <p:nvPr>
            <p:extLst>
              <p:ext uri="{D42A27DB-BD31-4B8C-83A1-F6EECF244321}">
                <p14:modId xmlns:p14="http://schemas.microsoft.com/office/powerpoint/2010/main" val="1062888903"/>
              </p:ext>
            </p:extLst>
          </p:nvPr>
        </p:nvGraphicFramePr>
        <p:xfrm>
          <a:off x="2014706" y="721360"/>
          <a:ext cx="9588014" cy="5222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6686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E824E520-F636-2480-22C1-5E181BB71D38}"/>
              </a:ext>
            </a:extLst>
          </p:cNvPr>
          <p:cNvSpPr txBox="1"/>
          <p:nvPr/>
        </p:nvSpPr>
        <p:spPr>
          <a:xfrm>
            <a:off x="406400" y="990010"/>
            <a:ext cx="6502400" cy="6063198"/>
          </a:xfrm>
          <a:prstGeom prst="rect">
            <a:avLst/>
          </a:prstGeom>
          <a:noFill/>
        </p:spPr>
        <p:txBody>
          <a:bodyPr wrap="square">
            <a:spAutoFit/>
          </a:bodyPr>
          <a:lstStyle/>
          <a:p>
            <a:pPr marR="311150" indent="371475" algn="just">
              <a:tabLst>
                <a:tab pos="6461125" algn="l"/>
                <a:tab pos="9601200" algn="l"/>
              </a:tabLst>
            </a:pPr>
            <a:r>
              <a:rPr lang="kk-KZ" sz="2200" b="1" i="1" dirty="0">
                <a:effectLst/>
                <a:latin typeface="Times New Roman" panose="02020603050405020304" pitchFamily="18" charset="0"/>
                <a:ea typeface="Times New Roman" panose="02020603050405020304" pitchFamily="18" charset="0"/>
              </a:rPr>
              <a:t>Бірінші кезең </a:t>
            </a:r>
            <a:r>
              <a:rPr lang="kk-KZ" sz="2200" dirty="0">
                <a:effectLst/>
                <a:latin typeface="Times New Roman" panose="02020603050405020304" pitchFamily="18" charset="0"/>
                <a:ea typeface="Times New Roman" panose="02020603050405020304" pitchFamily="18" charset="0"/>
              </a:rPr>
              <a:t>ХІХ ғасырдың екінші жартысымен шектеледі және ең</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бастысы, қылқалам, қағаз сияқты жабдықтарды пайдаланып, ақпаратты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пошта, шабарманның көмегімен тарататын технологияларды білдіреді.</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Бұл</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технологиялар</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ақпаратты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құру</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мен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оны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қажетті</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түрде</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ұсынуға</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бағытталған.</a:t>
            </a:r>
            <a:r>
              <a:rPr lang="kk-KZ" sz="2200" i="1" dirty="0">
                <a:effectLst/>
                <a:latin typeface="Times New Roman" panose="02020603050405020304" pitchFamily="18" charset="0"/>
                <a:ea typeface="Times New Roman" panose="02020603050405020304" pitchFamily="18" charset="0"/>
              </a:rPr>
              <a:t> </a:t>
            </a:r>
          </a:p>
          <a:p>
            <a:pPr marR="311150" indent="371475" algn="just">
              <a:tabLst>
                <a:tab pos="6461125" algn="l"/>
                <a:tab pos="9601200" algn="l"/>
              </a:tabLst>
            </a:pPr>
            <a:endParaRPr lang="kk-KZ" sz="2200" i="1" dirty="0">
              <a:latin typeface="Times New Roman" panose="02020603050405020304" pitchFamily="18" charset="0"/>
              <a:ea typeface="Times New Roman" panose="02020603050405020304" pitchFamily="18" charset="0"/>
            </a:endParaRPr>
          </a:p>
          <a:p>
            <a:pPr marR="311150" indent="371475" algn="just">
              <a:tabLst>
                <a:tab pos="6461125" algn="l"/>
                <a:tab pos="9601200" algn="l"/>
              </a:tabLst>
            </a:pPr>
            <a:endParaRPr lang="en-US" sz="2200" i="1" dirty="0">
              <a:effectLst/>
              <a:latin typeface="Times New Roman" panose="02020603050405020304" pitchFamily="18" charset="0"/>
              <a:ea typeface="Times New Roman" panose="02020603050405020304" pitchFamily="18" charset="0"/>
            </a:endParaRPr>
          </a:p>
          <a:p>
            <a:pPr marL="121285" marR="311150" indent="251460" algn="just"/>
            <a:r>
              <a:rPr lang="kk-KZ" sz="2200" b="1" i="1" dirty="0">
                <a:effectLst/>
                <a:latin typeface="Times New Roman" panose="02020603050405020304" pitchFamily="18" charset="0"/>
                <a:ea typeface="Times New Roman" panose="02020603050405020304" pitchFamily="18" charset="0"/>
              </a:rPr>
              <a:t>Екінші кезең </a:t>
            </a:r>
            <a:r>
              <a:rPr lang="kk-KZ" sz="2200" dirty="0">
                <a:effectLst/>
                <a:latin typeface="Times New Roman" panose="02020603050405020304" pitchFamily="18" charset="0"/>
                <a:ea typeface="Times New Roman" panose="02020603050405020304" pitchFamily="18" charset="0"/>
              </a:rPr>
              <a:t>ХІХ ғасырдың соңы мен ХХ ғасырдың 40-жылдарына</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дейінгі</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аралықты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алып</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жатыр.</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Ол</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жазу</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машинкалары,</a:t>
            </a:r>
            <a:r>
              <a:rPr lang="kk-KZ" sz="2200" spc="35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телефон,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фонограф</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сияқты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жабдықтарды,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поштамен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жеткізудің</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жетілдірілген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(механикалық)</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тәсілдерін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пайдаланумен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сипатталды.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Технологиялар</a:t>
            </a:r>
            <a:r>
              <a:rPr lang="kk-KZ" sz="2200" spc="-33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ақпаратты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ұсынудың</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аса ыңғайлы</a:t>
            </a:r>
            <a:r>
              <a:rPr lang="kk-KZ" sz="2200" spc="-2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формаларын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қамтамасыз</a:t>
            </a:r>
            <a:r>
              <a:rPr lang="kk-KZ" sz="2200" spc="-2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етеді.</a:t>
            </a:r>
            <a:endParaRPr lang="ru-KZ" sz="2200" dirty="0">
              <a:effectLst/>
              <a:latin typeface="Times New Roman" panose="02020603050405020304" pitchFamily="18" charset="0"/>
              <a:ea typeface="Times New Roman" panose="02020603050405020304" pitchFamily="18" charset="0"/>
            </a:endParaRPr>
          </a:p>
          <a:p>
            <a:pPr marL="121285" marR="311150" indent="251460" algn="just"/>
            <a:endParaRPr lang="ru-KZ" sz="1400" dirty="0">
              <a:effectLst/>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 xmlns:a16="http://schemas.microsoft.com/office/drawing/2014/main" id="{D595A2C2-5508-F99C-B271-ADF52325987E}"/>
              </a:ext>
            </a:extLst>
          </p:cNvPr>
          <p:cNvSpPr txBox="1"/>
          <p:nvPr/>
        </p:nvSpPr>
        <p:spPr>
          <a:xfrm>
            <a:off x="721360" y="259695"/>
            <a:ext cx="10982960" cy="461665"/>
          </a:xfrm>
          <a:prstGeom prst="rect">
            <a:avLst/>
          </a:prstGeom>
          <a:noFill/>
        </p:spPr>
        <p:txBody>
          <a:bodyPr wrap="square">
            <a:spAutoFit/>
          </a:bodyPr>
          <a:lstStyle/>
          <a:p>
            <a:pPr marL="1260475" marR="310515" lvl="1" indent="-1168400" algn="just">
              <a:buSzPts val="1400"/>
              <a:tabLst>
                <a:tab pos="855980" algn="l"/>
              </a:tabLst>
            </a:pPr>
            <a:r>
              <a:rPr lang="kk-KZ" sz="2400" b="1" dirty="0">
                <a:effectLst/>
                <a:latin typeface="Times New Roman" panose="02020603050405020304" pitchFamily="18" charset="0"/>
                <a:ea typeface="Times New Roman" panose="02020603050405020304" pitchFamily="18" charset="0"/>
              </a:rPr>
              <a:t>1.Компьютерлік</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жүйелердің</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эволюциясы.</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Компьютер</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жүйелеріне</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шолу</a:t>
            </a:r>
            <a:endParaRPr lang="ru-KZ" sz="2400" dirty="0">
              <a:effectLst/>
              <a:latin typeface="Times New Roman" panose="02020603050405020304" pitchFamily="18" charset="0"/>
              <a:ea typeface="Times New Roman" panose="02020603050405020304" pitchFamily="18" charset="0"/>
            </a:endParaRPr>
          </a:p>
        </p:txBody>
      </p:sp>
      <p:pic>
        <p:nvPicPr>
          <p:cNvPr id="2052" name="Picture 4">
            <a:extLst>
              <a:ext uri="{FF2B5EF4-FFF2-40B4-BE49-F238E27FC236}">
                <a16:creationId xmlns="" xmlns:a16="http://schemas.microsoft.com/office/drawing/2014/main" id="{71819BF2-88ED-8B73-2DE3-D7B6ACCC36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4627" y="1023325"/>
            <a:ext cx="3751053" cy="283575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 xmlns:a16="http://schemas.microsoft.com/office/drawing/2014/main" id="{BE010AD5-DD59-5D35-CB14-DE2BC48B1A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4626" y="4043680"/>
            <a:ext cx="3776055" cy="255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065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B64ABE4-D774-DD70-2115-826569C848F7}"/>
              </a:ext>
            </a:extLst>
          </p:cNvPr>
          <p:cNvSpPr txBox="1"/>
          <p:nvPr/>
        </p:nvSpPr>
        <p:spPr>
          <a:xfrm>
            <a:off x="243840" y="611990"/>
            <a:ext cx="7630160" cy="5940088"/>
          </a:xfrm>
          <a:prstGeom prst="rect">
            <a:avLst/>
          </a:prstGeom>
          <a:noFill/>
        </p:spPr>
        <p:txBody>
          <a:bodyPr wrap="square">
            <a:spAutoFit/>
          </a:bodyPr>
          <a:lstStyle/>
          <a:p>
            <a:pPr marL="120650" marR="307340" indent="773113" algn="just"/>
            <a:r>
              <a:rPr lang="kk-KZ" sz="2000" b="1" i="1" dirty="0">
                <a:effectLst/>
                <a:latin typeface="Times New Roman" panose="02020603050405020304" pitchFamily="18" charset="0"/>
                <a:ea typeface="Times New Roman" panose="02020603050405020304" pitchFamily="18" charset="0"/>
              </a:rPr>
              <a:t>Үшінші</a:t>
            </a:r>
            <a:r>
              <a:rPr lang="kk-KZ" sz="2000" b="1" i="1" spc="5" dirty="0">
                <a:effectLst/>
                <a:latin typeface="Times New Roman" panose="02020603050405020304" pitchFamily="18" charset="0"/>
                <a:ea typeface="Times New Roman" panose="02020603050405020304" pitchFamily="18" charset="0"/>
              </a:rPr>
              <a:t> </a:t>
            </a:r>
            <a:r>
              <a:rPr lang="kk-KZ" sz="2000" b="1" i="1" dirty="0">
                <a:effectLst/>
                <a:latin typeface="Times New Roman" panose="02020603050405020304" pitchFamily="18" charset="0"/>
                <a:ea typeface="Times New Roman" panose="02020603050405020304" pitchFamily="18" charset="0"/>
              </a:rPr>
              <a:t>кезең</a:t>
            </a:r>
            <a:r>
              <a:rPr lang="kk-KZ" sz="2000" b="1" i="1"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ХХ</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ғасырдың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ортасы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(40-жылдардың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соңынан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80-</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жылдарға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дейінгі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аралық).</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Ақпаратты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өңдеудің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акпараттаық</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технологиялары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дами</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бастады.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Оның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жабдықтарына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үлкен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ЭЕМ,</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электрлік</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жазу</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машинкалары,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көшірме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аппараттары,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магнитафондар</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жатады.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Адам</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іс-</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әрекетерін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түрлі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салаларында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ақпаратты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өңдеуге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арналған автоматтандырылған басқару жүйелері, базалық және арнайы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программалы-техникалық</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кешендер,</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автоматтандырылған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жұмыс</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орындары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пайда болды.</a:t>
            </a:r>
          </a:p>
          <a:p>
            <a:pPr marL="121285" marR="307340" indent="251460" algn="just"/>
            <a:endParaRPr lang="ru-KZ" sz="2000" dirty="0">
              <a:effectLst/>
              <a:latin typeface="Times New Roman" panose="02020603050405020304" pitchFamily="18" charset="0"/>
              <a:ea typeface="Times New Roman" panose="02020603050405020304" pitchFamily="18" charset="0"/>
            </a:endParaRPr>
          </a:p>
          <a:p>
            <a:pPr marL="121285" marR="307975" indent="251460" algn="just"/>
            <a:r>
              <a:rPr lang="kk-KZ" sz="2000" b="1" i="1" dirty="0">
                <a:effectLst/>
                <a:latin typeface="Times New Roman" panose="02020603050405020304" pitchFamily="18" charset="0"/>
                <a:ea typeface="Times New Roman" panose="02020603050405020304" pitchFamily="18" charset="0"/>
              </a:rPr>
              <a:t>Төртінші кезең</a:t>
            </a:r>
            <a:r>
              <a:rPr lang="kk-KZ" sz="2000" b="1" i="1"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(1980 жылдан бастап ХХІ ғасырдың басына дейін)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дербес</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компьютерлерді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және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олардың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әр</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түрлі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программалық</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жабдықтамаларын,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факсимальді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байланыстарды,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электрондық</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пошталарды, компьютерлік желілер мен Интернетті кеңінен қолдануға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бағытталған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«ақпараттық»</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кезең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ретінде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анықталды.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Пайдаланушылардың компьютермен немесе бір-бірімен қарым-қатынас жасаудың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интерактивті режимі жүзеге асырылды. Жаңа ақпараттық технологияның</a:t>
            </a:r>
            <a:r>
              <a:rPr lang="kk-KZ" sz="2000" spc="-33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негізгі</a:t>
            </a:r>
            <a:r>
              <a:rPr lang="kk-KZ" sz="2000" spc="-2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буыны-білімді</a:t>
            </a:r>
            <a:r>
              <a:rPr lang="kk-KZ" sz="2000" spc="-1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ұсыну</a:t>
            </a:r>
            <a:r>
              <a:rPr lang="kk-KZ" sz="2000" spc="-2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мен өңдеу.</a:t>
            </a:r>
            <a:endParaRPr lang="ru-KZ" sz="2000" dirty="0">
              <a:effectLst/>
              <a:latin typeface="Times New Roman" panose="02020603050405020304" pitchFamily="18" charset="0"/>
              <a:ea typeface="Times New Roman" panose="02020603050405020304" pitchFamily="18" charset="0"/>
            </a:endParaRPr>
          </a:p>
        </p:txBody>
      </p:sp>
      <p:pic>
        <p:nvPicPr>
          <p:cNvPr id="3074" name="Picture 2">
            <a:extLst>
              <a:ext uri="{FF2B5EF4-FFF2-40B4-BE49-F238E27FC236}">
                <a16:creationId xmlns="" xmlns:a16="http://schemas.microsoft.com/office/drawing/2014/main" id="{31D69585-EB43-A116-0B3D-71E7104681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1677" y="833119"/>
            <a:ext cx="4150323" cy="274891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 xmlns:a16="http://schemas.microsoft.com/office/drawing/2014/main" id="{FF145385-B375-62C5-F446-741A687879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9295" y="4104639"/>
            <a:ext cx="4192705" cy="2340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7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Таблица 2">
            <a:extLst>
              <a:ext uri="{FF2B5EF4-FFF2-40B4-BE49-F238E27FC236}">
                <a16:creationId xmlns="" xmlns:a16="http://schemas.microsoft.com/office/drawing/2014/main" id="{0DDCA887-C9F9-D4D4-E620-01C4DA55797F}"/>
              </a:ext>
            </a:extLst>
          </p:cNvPr>
          <p:cNvGraphicFramePr>
            <a:graphicFrameLocks noGrp="1"/>
          </p:cNvGraphicFramePr>
          <p:nvPr>
            <p:extLst>
              <p:ext uri="{D42A27DB-BD31-4B8C-83A1-F6EECF244321}">
                <p14:modId xmlns:p14="http://schemas.microsoft.com/office/powerpoint/2010/main" val="744486193"/>
              </p:ext>
            </p:extLst>
          </p:nvPr>
        </p:nvGraphicFramePr>
        <p:xfrm>
          <a:off x="0" y="17780"/>
          <a:ext cx="12029438" cy="6791317"/>
        </p:xfrm>
        <a:graphic>
          <a:graphicData uri="http://schemas.openxmlformats.org/drawingml/2006/table">
            <a:tbl>
              <a:tblPr firstRow="1" firstCol="1" bandRow="1">
                <a:tableStyleId>{7DF18680-E054-41AD-8BC1-D1AEF772440D}</a:tableStyleId>
              </a:tblPr>
              <a:tblGrid>
                <a:gridCol w="2069483">
                  <a:extLst>
                    <a:ext uri="{9D8B030D-6E8A-4147-A177-3AD203B41FA5}">
                      <a16:colId xmlns="" xmlns:a16="http://schemas.microsoft.com/office/drawing/2014/main" val="168925610"/>
                    </a:ext>
                  </a:extLst>
                </a:gridCol>
                <a:gridCol w="2119362">
                  <a:extLst>
                    <a:ext uri="{9D8B030D-6E8A-4147-A177-3AD203B41FA5}">
                      <a16:colId xmlns="" xmlns:a16="http://schemas.microsoft.com/office/drawing/2014/main" val="2425856993"/>
                    </a:ext>
                  </a:extLst>
                </a:gridCol>
                <a:gridCol w="2431410">
                  <a:extLst>
                    <a:ext uri="{9D8B030D-6E8A-4147-A177-3AD203B41FA5}">
                      <a16:colId xmlns="" xmlns:a16="http://schemas.microsoft.com/office/drawing/2014/main" val="3955530481"/>
                    </a:ext>
                  </a:extLst>
                </a:gridCol>
                <a:gridCol w="2596128">
                  <a:extLst>
                    <a:ext uri="{9D8B030D-6E8A-4147-A177-3AD203B41FA5}">
                      <a16:colId xmlns="" xmlns:a16="http://schemas.microsoft.com/office/drawing/2014/main" val="773394567"/>
                    </a:ext>
                  </a:extLst>
                </a:gridCol>
                <a:gridCol w="2813055">
                  <a:extLst>
                    <a:ext uri="{9D8B030D-6E8A-4147-A177-3AD203B41FA5}">
                      <a16:colId xmlns="" xmlns:a16="http://schemas.microsoft.com/office/drawing/2014/main" val="2798914534"/>
                    </a:ext>
                  </a:extLst>
                </a:gridCol>
              </a:tblGrid>
              <a:tr h="474778">
                <a:tc>
                  <a:txBody>
                    <a:bodyPr/>
                    <a:lstStyle/>
                    <a:p>
                      <a:pPr algn="ctr">
                        <a:lnSpc>
                          <a:spcPct val="107000"/>
                        </a:lnSpc>
                        <a:spcAft>
                          <a:spcPts val="800"/>
                        </a:spcAft>
                      </a:pPr>
                      <a:r>
                        <a:rPr lang="ru-KZ" sz="1400" kern="0" dirty="0" err="1">
                          <a:effectLst/>
                          <a:latin typeface="Times New Roman" panose="02020603050405020304" pitchFamily="18" charset="0"/>
                          <a:cs typeface="Times New Roman" panose="02020603050405020304" pitchFamily="18" charset="0"/>
                        </a:rPr>
                        <a:t>Компьютерлердің</a:t>
                      </a:r>
                      <a:r>
                        <a:rPr lang="ru-KZ" sz="1400" kern="0" dirty="0">
                          <a:effectLst/>
                          <a:latin typeface="Times New Roman" panose="02020603050405020304" pitchFamily="18" charset="0"/>
                          <a:cs typeface="Times New Roman" panose="02020603050405020304" pitchFamily="18" charset="0"/>
                        </a:rPr>
                        <a:t> </a:t>
                      </a:r>
                      <a:r>
                        <a:rPr lang="ru-KZ" sz="1400" kern="0" dirty="0" err="1">
                          <a:effectLst/>
                          <a:latin typeface="Times New Roman" panose="02020603050405020304" pitchFamily="18" charset="0"/>
                          <a:cs typeface="Times New Roman" panose="02020603050405020304" pitchFamily="18" charset="0"/>
                        </a:rPr>
                        <a:t>ұрпақтары</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I</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II</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III</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IV</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extLst>
                  <a:ext uri="{0D108BD9-81ED-4DB2-BD59-A6C34878D82A}">
                    <a16:rowId xmlns="" xmlns:a16="http://schemas.microsoft.com/office/drawing/2014/main" val="291733052"/>
                  </a:ext>
                </a:extLst>
              </a:tr>
              <a:tr h="474778">
                <a:tc>
                  <a:txBody>
                    <a:bodyPr/>
                    <a:lstStyle/>
                    <a:p>
                      <a:pPr algn="ctr">
                        <a:lnSpc>
                          <a:spcPct val="107000"/>
                        </a:lnSpc>
                        <a:spcAft>
                          <a:spcPts val="800"/>
                        </a:spcAft>
                      </a:pPr>
                      <a:r>
                        <a:rPr lang="kk-KZ" sz="1400" kern="0" dirty="0">
                          <a:effectLst/>
                          <a:latin typeface="Times New Roman" panose="02020603050405020304" pitchFamily="18" charset="0"/>
                          <a:cs typeface="Times New Roman" panose="02020603050405020304" pitchFamily="18" charset="0"/>
                        </a:rPr>
                        <a:t>Қолданылған жылдары</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1946-1958</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1959-1963</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1959-1963</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1977—...</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extLst>
                  <a:ext uri="{0D108BD9-81ED-4DB2-BD59-A6C34878D82A}">
                    <a16:rowId xmlns="" xmlns:a16="http://schemas.microsoft.com/office/drawing/2014/main" val="1932148017"/>
                  </a:ext>
                </a:extLst>
              </a:tr>
              <a:tr h="474906">
                <a:tc>
                  <a:txBody>
                    <a:bodyPr/>
                    <a:lstStyle/>
                    <a:p>
                      <a:pPr algn="ctr">
                        <a:lnSpc>
                          <a:spcPct val="107000"/>
                        </a:lnSpc>
                        <a:spcAft>
                          <a:spcPts val="800"/>
                        </a:spcAft>
                      </a:pPr>
                      <a:r>
                        <a:rPr lang="ru-KZ" sz="1400" kern="0" dirty="0" err="1">
                          <a:effectLst/>
                          <a:latin typeface="Times New Roman" panose="02020603050405020304" pitchFamily="18" charset="0"/>
                          <a:cs typeface="Times New Roman" panose="02020603050405020304" pitchFamily="18" charset="0"/>
                        </a:rPr>
                        <a:t>Элементтік</a:t>
                      </a:r>
                      <a:r>
                        <a:rPr lang="ru-KZ" sz="1400" kern="0" dirty="0">
                          <a:effectLst/>
                          <a:latin typeface="Times New Roman" panose="02020603050405020304" pitchFamily="18" charset="0"/>
                          <a:cs typeface="Times New Roman" panose="02020603050405020304" pitchFamily="18" charset="0"/>
                        </a:rPr>
                        <a:t>  </a:t>
                      </a:r>
                      <a:r>
                        <a:rPr lang="ru-KZ" sz="1400" kern="0" dirty="0" err="1">
                          <a:effectLst/>
                          <a:latin typeface="Times New Roman" panose="02020603050405020304" pitchFamily="18" charset="0"/>
                          <a:cs typeface="Times New Roman" panose="02020603050405020304" pitchFamily="18" charset="0"/>
                        </a:rPr>
                        <a:t>базасы</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Эл. лампа, реле</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Транзистор, параметрон</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Интегралды схемалар, ҮлкенИС</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микропроцессорлар</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extLst>
                  <a:ext uri="{0D108BD9-81ED-4DB2-BD59-A6C34878D82A}">
                    <a16:rowId xmlns="" xmlns:a16="http://schemas.microsoft.com/office/drawing/2014/main" val="1813403039"/>
                  </a:ext>
                </a:extLst>
              </a:tr>
              <a:tr h="474778">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Әлемдегі ЭЕМ саны (шт.)</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dirty="0" err="1">
                          <a:effectLst/>
                          <a:latin typeface="Times New Roman" panose="02020603050405020304" pitchFamily="18" charset="0"/>
                          <a:cs typeface="Times New Roman" panose="02020603050405020304" pitchFamily="18" charset="0"/>
                        </a:rPr>
                        <a:t>Оншақты</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Мыңдаған </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Он мыңдай</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Миллиондар</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extLst>
                  <a:ext uri="{0D108BD9-81ED-4DB2-BD59-A6C34878D82A}">
                    <a16:rowId xmlns="" xmlns:a16="http://schemas.microsoft.com/office/drawing/2014/main" val="1970736717"/>
                  </a:ext>
                </a:extLst>
              </a:tr>
              <a:tr h="704707">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Өнімділік (секундына операциялар)</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10</a:t>
                      </a:r>
                      <a:r>
                        <a:rPr lang="ru-KZ" sz="1400" kern="0" baseline="30000" dirty="0">
                          <a:effectLst/>
                          <a:latin typeface="Times New Roman" panose="02020603050405020304" pitchFamily="18" charset="0"/>
                          <a:cs typeface="Times New Roman" panose="02020603050405020304" pitchFamily="18" charset="0"/>
                        </a:rPr>
                        <a:t>5</a:t>
                      </a:r>
                      <a:r>
                        <a:rPr lang="ru-KZ" sz="1400" kern="0" dirty="0">
                          <a:effectLst/>
                          <a:latin typeface="Times New Roman" panose="02020603050405020304" pitchFamily="18" charset="0"/>
                          <a:cs typeface="Times New Roman" panose="02020603050405020304" pitchFamily="18" charset="0"/>
                        </a:rPr>
                        <a:t> </a:t>
                      </a:r>
                      <a:r>
                        <a:rPr lang="ru-KZ" sz="1400" kern="0" dirty="0" err="1">
                          <a:effectLst/>
                          <a:latin typeface="Times New Roman" panose="02020603050405020304" pitchFamily="18" charset="0"/>
                          <a:cs typeface="Times New Roman" panose="02020603050405020304" pitchFamily="18" charset="0"/>
                        </a:rPr>
                        <a:t>дейін</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10</a:t>
                      </a:r>
                      <a:r>
                        <a:rPr lang="ru-KZ" sz="1400" kern="0" baseline="30000">
                          <a:effectLst/>
                          <a:latin typeface="Times New Roman" panose="02020603050405020304" pitchFamily="18" charset="0"/>
                          <a:cs typeface="Times New Roman" panose="02020603050405020304" pitchFamily="18" charset="0"/>
                        </a:rPr>
                        <a:t>6 </a:t>
                      </a:r>
                      <a:r>
                        <a:rPr lang="ru-KZ" sz="1400" kern="0">
                          <a:effectLst/>
                          <a:latin typeface="Times New Roman" panose="02020603050405020304" pitchFamily="18" charset="0"/>
                          <a:cs typeface="Times New Roman" panose="02020603050405020304" pitchFamily="18" charset="0"/>
                        </a:rPr>
                        <a:t>дейін</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10</a:t>
                      </a:r>
                      <a:r>
                        <a:rPr lang="ru-KZ" sz="1400" kern="0" baseline="30000">
                          <a:effectLst/>
                          <a:latin typeface="Times New Roman" panose="02020603050405020304" pitchFamily="18" charset="0"/>
                          <a:cs typeface="Times New Roman" panose="02020603050405020304" pitchFamily="18" charset="0"/>
                        </a:rPr>
                        <a:t>7</a:t>
                      </a:r>
                      <a:r>
                        <a:rPr lang="ru-KZ" sz="1400" kern="0">
                          <a:effectLst/>
                          <a:latin typeface="Times New Roman" panose="02020603050405020304" pitchFamily="18" charset="0"/>
                          <a:cs typeface="Times New Roman" panose="02020603050405020304" pitchFamily="18" charset="0"/>
                        </a:rPr>
                        <a:t> дейін</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10</a:t>
                      </a:r>
                      <a:r>
                        <a:rPr lang="ru-KZ" sz="1400" kern="0" baseline="30000">
                          <a:effectLst/>
                          <a:latin typeface="Times New Roman" panose="02020603050405020304" pitchFamily="18" charset="0"/>
                          <a:cs typeface="Times New Roman" panose="02020603050405020304" pitchFamily="18" charset="0"/>
                        </a:rPr>
                        <a:t>5 </a:t>
                      </a:r>
                      <a:r>
                        <a:rPr lang="ru-KZ" sz="1400" kern="0">
                          <a:effectLst/>
                          <a:latin typeface="Times New Roman" panose="02020603050405020304" pitchFamily="18" charset="0"/>
                          <a:cs typeface="Times New Roman" panose="02020603050405020304" pitchFamily="18" charset="0"/>
                        </a:rPr>
                        <a:t>астам</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extLst>
                  <a:ext uri="{0D108BD9-81ED-4DB2-BD59-A6C34878D82A}">
                    <a16:rowId xmlns="" xmlns:a16="http://schemas.microsoft.com/office/drawing/2014/main" val="1390201552"/>
                  </a:ext>
                </a:extLst>
              </a:tr>
              <a:tr h="474778">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Жедел жадының көлемі</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64 Кб дейін</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512 Кб </a:t>
                      </a:r>
                      <a:r>
                        <a:rPr lang="ru-KZ" sz="1400" kern="0" dirty="0" err="1">
                          <a:effectLst/>
                          <a:latin typeface="Times New Roman" panose="02020603050405020304" pitchFamily="18" charset="0"/>
                          <a:cs typeface="Times New Roman" panose="02020603050405020304" pitchFamily="18" charset="0"/>
                        </a:rPr>
                        <a:t>дейін</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16 Мб дейін</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16 Мб астам</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extLst>
                  <a:ext uri="{0D108BD9-81ED-4DB2-BD59-A6C34878D82A}">
                    <a16:rowId xmlns="" xmlns:a16="http://schemas.microsoft.com/office/drawing/2014/main" val="3208969120"/>
                  </a:ext>
                </a:extLst>
              </a:tr>
              <a:tr h="704835">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Компьютерлердің типтік түрлері, ұрпақтар</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dirty="0" err="1">
                          <a:effectLst/>
                          <a:latin typeface="Times New Roman" panose="02020603050405020304" pitchFamily="18" charset="0"/>
                          <a:cs typeface="Times New Roman" panose="02020603050405020304" pitchFamily="18" charset="0"/>
                        </a:rPr>
                        <a:t>Шағын</a:t>
                      </a:r>
                      <a:r>
                        <a:rPr lang="ru-KZ" sz="1400" kern="0" dirty="0">
                          <a:effectLst/>
                          <a:latin typeface="Times New Roman" panose="02020603050405020304" pitchFamily="18" charset="0"/>
                          <a:cs typeface="Times New Roman" panose="02020603050405020304" pitchFamily="18" charset="0"/>
                        </a:rPr>
                        <a:t>, орта, </a:t>
                      </a:r>
                      <a:r>
                        <a:rPr lang="ru-KZ" sz="1400" kern="0" dirty="0" err="1">
                          <a:effectLst/>
                          <a:latin typeface="Times New Roman" panose="02020603050405020304" pitchFamily="18" charset="0"/>
                          <a:cs typeface="Times New Roman" panose="02020603050405020304" pitchFamily="18" charset="0"/>
                        </a:rPr>
                        <a:t>Үлкен</a:t>
                      </a:r>
                      <a:r>
                        <a:rPr lang="ru-KZ" sz="1400" kern="0" dirty="0">
                          <a:effectLst/>
                          <a:latin typeface="Times New Roman" panose="02020603050405020304" pitchFamily="18" charset="0"/>
                          <a:cs typeface="Times New Roman" panose="02020603050405020304" pitchFamily="18" charset="0"/>
                        </a:rPr>
                        <a:t>, </a:t>
                      </a:r>
                      <a:r>
                        <a:rPr lang="ru-KZ" sz="1400" kern="0" dirty="0" err="1">
                          <a:effectLst/>
                          <a:latin typeface="Times New Roman" panose="02020603050405020304" pitchFamily="18" charset="0"/>
                          <a:cs typeface="Times New Roman" panose="02020603050405020304" pitchFamily="18" charset="0"/>
                        </a:rPr>
                        <a:t>арнайы</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Үлкен, орташа, шағын және микроэм</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400" kern="0" dirty="0" err="1">
                          <a:effectLst/>
                          <a:latin typeface="Times New Roman" panose="02020603050405020304" pitchFamily="18" charset="0"/>
                          <a:cs typeface="Times New Roman" panose="02020603050405020304" pitchFamily="18" charset="0"/>
                        </a:rPr>
                        <a:t>СуперЭ</a:t>
                      </a:r>
                      <a:r>
                        <a:rPr lang="kk-KZ" sz="1400" kern="0" dirty="0">
                          <a:effectLst/>
                          <a:latin typeface="Times New Roman" panose="02020603050405020304" pitchFamily="18" charset="0"/>
                          <a:cs typeface="Times New Roman" panose="02020603050405020304" pitchFamily="18" charset="0"/>
                        </a:rPr>
                        <a:t>Е</a:t>
                      </a:r>
                      <a:r>
                        <a:rPr lang="ru-KZ" sz="1400" kern="0" dirty="0">
                          <a:effectLst/>
                          <a:latin typeface="Times New Roman" panose="02020603050405020304" pitchFamily="18" charset="0"/>
                          <a:cs typeface="Times New Roman" panose="02020603050405020304" pitchFamily="18" charset="0"/>
                        </a:rPr>
                        <a:t>М, ДК, </a:t>
                      </a:r>
                      <a:r>
                        <a:rPr lang="ru-KZ" sz="1400" kern="0" dirty="0" err="1">
                          <a:effectLst/>
                          <a:latin typeface="Times New Roman" panose="02020603050405020304" pitchFamily="18" charset="0"/>
                          <a:cs typeface="Times New Roman" panose="02020603050405020304" pitchFamily="18" charset="0"/>
                        </a:rPr>
                        <a:t>арнайы</a:t>
                      </a:r>
                      <a:r>
                        <a:rPr lang="ru-KZ" sz="1400" kern="0" dirty="0">
                          <a:effectLst/>
                          <a:latin typeface="Times New Roman" panose="02020603050405020304" pitchFamily="18" charset="0"/>
                          <a:cs typeface="Times New Roman" panose="02020603050405020304" pitchFamily="18" charset="0"/>
                        </a:rPr>
                        <a:t>, </a:t>
                      </a:r>
                      <a:r>
                        <a:rPr lang="ru-KZ" sz="1400" kern="0" dirty="0" err="1">
                          <a:effectLst/>
                          <a:latin typeface="Times New Roman" panose="02020603050405020304" pitchFamily="18" charset="0"/>
                          <a:cs typeface="Times New Roman" panose="02020603050405020304" pitchFamily="18" charset="0"/>
                        </a:rPr>
                        <a:t>жалпы</a:t>
                      </a:r>
                      <a:r>
                        <a:rPr lang="ru-KZ" sz="1400" kern="0" dirty="0">
                          <a:effectLst/>
                          <a:latin typeface="Times New Roman" panose="02020603050405020304" pitchFamily="18" charset="0"/>
                          <a:cs typeface="Times New Roman" panose="02020603050405020304" pitchFamily="18" charset="0"/>
                        </a:rPr>
                        <a:t>, </a:t>
                      </a:r>
                      <a:r>
                        <a:rPr lang="ru-KZ" sz="1400" kern="0" dirty="0" err="1">
                          <a:effectLst/>
                          <a:latin typeface="Times New Roman" panose="02020603050405020304" pitchFamily="18" charset="0"/>
                          <a:cs typeface="Times New Roman" panose="02020603050405020304" pitchFamily="18" charset="0"/>
                        </a:rPr>
                        <a:t>компьютерлік</a:t>
                      </a:r>
                      <a:r>
                        <a:rPr lang="ru-KZ" sz="1400" kern="0" dirty="0">
                          <a:effectLst/>
                          <a:latin typeface="Times New Roman" panose="02020603050405020304" pitchFamily="18" charset="0"/>
                          <a:cs typeface="Times New Roman" panose="02020603050405020304" pitchFamily="18" charset="0"/>
                        </a:rPr>
                        <a:t> </a:t>
                      </a:r>
                      <a:r>
                        <a:rPr lang="ru-KZ" sz="1400" kern="0" dirty="0" err="1">
                          <a:effectLst/>
                          <a:latin typeface="Times New Roman" panose="02020603050405020304" pitchFamily="18" charset="0"/>
                          <a:cs typeface="Times New Roman" panose="02020603050405020304" pitchFamily="18" charset="0"/>
                        </a:rPr>
                        <a:t>желілер</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extLst>
                  <a:ext uri="{0D108BD9-81ED-4DB2-BD59-A6C34878D82A}">
                    <a16:rowId xmlns="" xmlns:a16="http://schemas.microsoft.com/office/drawing/2014/main" val="118391664"/>
                  </a:ext>
                </a:extLst>
              </a:tr>
              <a:tr h="1191718">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Типтік ұрпақ модельдері</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l">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EDSAC, ENIAC, UNIVAC, БЭCM </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tc>
                <a:tc>
                  <a:txBody>
                    <a:bodyPr/>
                    <a:lstStyle/>
                    <a:p>
                      <a:pPr algn="l">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RCA-501, IBM 7090, БЭСМ-6 </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tc>
                <a:tc>
                  <a:txBody>
                    <a:bodyPr/>
                    <a:lstStyle/>
                    <a:p>
                      <a:pPr algn="l">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IBM /360, PDP , VAX , ЕС Э</a:t>
                      </a:r>
                      <a:r>
                        <a:rPr lang="kk-KZ" sz="1400" kern="0" dirty="0">
                          <a:effectLst/>
                          <a:latin typeface="Times New Roman" panose="02020603050405020304" pitchFamily="18" charset="0"/>
                          <a:cs typeface="Times New Roman" panose="02020603050405020304" pitchFamily="18" charset="0"/>
                        </a:rPr>
                        <a:t>Е</a:t>
                      </a:r>
                      <a:r>
                        <a:rPr lang="ru-KZ" sz="1400" kern="0" dirty="0">
                          <a:effectLst/>
                          <a:latin typeface="Times New Roman" panose="02020603050405020304" pitchFamily="18" charset="0"/>
                          <a:cs typeface="Times New Roman" panose="02020603050405020304" pitchFamily="18" charset="0"/>
                        </a:rPr>
                        <a:t>М, СМ Э</a:t>
                      </a:r>
                      <a:r>
                        <a:rPr lang="kk-KZ" sz="1400" kern="0" dirty="0">
                          <a:effectLst/>
                          <a:latin typeface="Times New Roman" panose="02020603050405020304" pitchFamily="18" charset="0"/>
                          <a:cs typeface="Times New Roman" panose="02020603050405020304" pitchFamily="18" charset="0"/>
                        </a:rPr>
                        <a:t>Е</a:t>
                      </a:r>
                      <a:r>
                        <a:rPr lang="ru-KZ" sz="1400" kern="0" dirty="0">
                          <a:effectLst/>
                          <a:latin typeface="Times New Roman" panose="02020603050405020304" pitchFamily="18" charset="0"/>
                          <a:cs typeface="Times New Roman" panose="02020603050405020304" pitchFamily="18" charset="0"/>
                        </a:rPr>
                        <a:t>М </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tc>
                <a:tc>
                  <a:txBody>
                    <a:bodyPr/>
                    <a:lstStyle/>
                    <a:p>
                      <a:pPr algn="l">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IBM/360.SX-2, IBM PC/XT/AT, PS/2, </a:t>
                      </a:r>
                      <a:r>
                        <a:rPr lang="ru-KZ" sz="1400" kern="0" dirty="0" err="1">
                          <a:effectLst/>
                          <a:latin typeface="Times New Roman" panose="02020603050405020304" pitchFamily="18" charset="0"/>
                          <a:cs typeface="Times New Roman" panose="02020603050405020304" pitchFamily="18" charset="0"/>
                        </a:rPr>
                        <a:t>Cray</a:t>
                      </a:r>
                      <a:r>
                        <a:rPr lang="ru-KZ" sz="1400" kern="0" dirty="0">
                          <a:effectLst/>
                          <a:latin typeface="Times New Roman" panose="02020603050405020304" pitchFamily="18" charset="0"/>
                          <a:cs typeface="Times New Roman" panose="02020603050405020304" pitchFamily="18" charset="0"/>
                        </a:rPr>
                        <a:t> </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tc>
                <a:extLst>
                  <a:ext uri="{0D108BD9-81ED-4DB2-BD59-A6C34878D82A}">
                    <a16:rowId xmlns="" xmlns:a16="http://schemas.microsoft.com/office/drawing/2014/main" val="1058725582"/>
                  </a:ext>
                </a:extLst>
              </a:tr>
              <a:tr h="1111204">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Ақпарат тасымалдаушы</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l">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Перфокарта, перфолента </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tc>
                <a:tc>
                  <a:txBody>
                    <a:bodyPr/>
                    <a:lstStyle/>
                    <a:p>
                      <a:pPr algn="l">
                        <a:lnSpc>
                          <a:spcPct val="107000"/>
                        </a:lnSpc>
                        <a:spcAft>
                          <a:spcPts val="800"/>
                        </a:spcAft>
                      </a:pPr>
                      <a:r>
                        <a:rPr lang="ru-KZ" sz="1400" kern="0" dirty="0" err="1">
                          <a:effectLst/>
                          <a:latin typeface="Times New Roman" panose="02020603050405020304" pitchFamily="18" charset="0"/>
                          <a:cs typeface="Times New Roman" panose="02020603050405020304" pitchFamily="18" charset="0"/>
                        </a:rPr>
                        <a:t>Магниттік</a:t>
                      </a:r>
                      <a:r>
                        <a:rPr lang="ru-KZ" sz="1400" kern="0" dirty="0">
                          <a:effectLst/>
                          <a:latin typeface="Times New Roman" panose="02020603050405020304" pitchFamily="18" charset="0"/>
                          <a:cs typeface="Times New Roman" panose="02020603050405020304" pitchFamily="18" charset="0"/>
                        </a:rPr>
                        <a:t> лента </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tc>
                <a:tc>
                  <a:txBody>
                    <a:bodyPr/>
                    <a:lstStyle/>
                    <a:p>
                      <a:pPr algn="l">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Диск </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tc>
                <a:tc>
                  <a:txBody>
                    <a:bodyPr/>
                    <a:lstStyle/>
                    <a:p>
                      <a:pPr algn="l">
                        <a:lnSpc>
                          <a:spcPct val="107000"/>
                        </a:lnSpc>
                        <a:spcAft>
                          <a:spcPts val="800"/>
                        </a:spcAft>
                      </a:pPr>
                      <a:r>
                        <a:rPr lang="ru-KZ" sz="1400" kern="0" dirty="0" err="1">
                          <a:effectLst/>
                          <a:latin typeface="Times New Roman" panose="02020603050405020304" pitchFamily="18" charset="0"/>
                          <a:cs typeface="Times New Roman" panose="02020603050405020304" pitchFamily="18" charset="0"/>
                        </a:rPr>
                        <a:t>Икемді</a:t>
                      </a:r>
                      <a:r>
                        <a:rPr lang="ru-KZ" sz="1400" kern="0" dirty="0">
                          <a:effectLst/>
                          <a:latin typeface="Times New Roman" panose="02020603050405020304" pitchFamily="18" charset="0"/>
                          <a:cs typeface="Times New Roman" panose="02020603050405020304" pitchFamily="18" charset="0"/>
                        </a:rPr>
                        <a:t>, </a:t>
                      </a:r>
                      <a:r>
                        <a:rPr lang="ru-KZ" sz="1400" kern="0" dirty="0" err="1">
                          <a:effectLst/>
                          <a:latin typeface="Times New Roman" panose="02020603050405020304" pitchFamily="18" charset="0"/>
                          <a:cs typeface="Times New Roman" panose="02020603050405020304" pitchFamily="18" charset="0"/>
                        </a:rPr>
                        <a:t>қатты</a:t>
                      </a:r>
                      <a:r>
                        <a:rPr lang="ru-KZ" sz="1400" kern="0" dirty="0">
                          <a:effectLst/>
                          <a:latin typeface="Times New Roman" panose="02020603050405020304" pitchFamily="18" charset="0"/>
                          <a:cs typeface="Times New Roman" panose="02020603050405020304" pitchFamily="18" charset="0"/>
                        </a:rPr>
                        <a:t>, </a:t>
                      </a:r>
                      <a:r>
                        <a:rPr lang="ru-KZ" sz="1400" kern="0" dirty="0" err="1">
                          <a:effectLst/>
                          <a:latin typeface="Times New Roman" panose="02020603050405020304" pitchFamily="18" charset="0"/>
                          <a:cs typeface="Times New Roman" panose="02020603050405020304" pitchFamily="18" charset="0"/>
                        </a:rPr>
                        <a:t>лазерлік</a:t>
                      </a:r>
                      <a:r>
                        <a:rPr lang="ru-KZ" sz="1400" kern="0" dirty="0">
                          <a:effectLst/>
                          <a:latin typeface="Times New Roman" panose="02020603050405020304" pitchFamily="18" charset="0"/>
                          <a:cs typeface="Times New Roman" panose="02020603050405020304" pitchFamily="18" charset="0"/>
                        </a:rPr>
                        <a:t> диск,</a:t>
                      </a:r>
                      <a:endParaRPr lang="kk-KZ" sz="1400" kern="0" dirty="0">
                        <a:effectLst/>
                        <a:latin typeface="Times New Roman" panose="02020603050405020304" pitchFamily="18" charset="0"/>
                        <a:cs typeface="Times New Roman" panose="02020603050405020304" pitchFamily="18" charset="0"/>
                      </a:endParaRPr>
                    </a:p>
                    <a:p>
                      <a:pPr algn="l">
                        <a:lnSpc>
                          <a:spcPct val="107000"/>
                        </a:lnSpc>
                        <a:spcAft>
                          <a:spcPts val="800"/>
                        </a:spcAft>
                      </a:pPr>
                      <a:r>
                        <a:rPr lang="ru-KZ" sz="1400" kern="0" dirty="0">
                          <a:effectLst/>
                          <a:latin typeface="Times New Roman" panose="02020603050405020304" pitchFamily="18" charset="0"/>
                          <a:cs typeface="Times New Roman" panose="02020603050405020304" pitchFamily="18" charset="0"/>
                        </a:rPr>
                        <a:t> т. б.</a:t>
                      </a:r>
                      <a:endParaRPr lang="ru-KZ"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tc>
                <a:extLst>
                  <a:ext uri="{0D108BD9-81ED-4DB2-BD59-A6C34878D82A}">
                    <a16:rowId xmlns="" xmlns:a16="http://schemas.microsoft.com/office/drawing/2014/main" val="3963686356"/>
                  </a:ext>
                </a:extLst>
              </a:tr>
              <a:tr h="704835">
                <a:tc>
                  <a:txBody>
                    <a:bodyPr/>
                    <a:lstStyle/>
                    <a:p>
                      <a:pPr algn="ctr">
                        <a:lnSpc>
                          <a:spcPct val="107000"/>
                        </a:lnSpc>
                        <a:spcAft>
                          <a:spcPts val="800"/>
                        </a:spcAft>
                      </a:pPr>
                      <a:r>
                        <a:rPr lang="ru-KZ" sz="1400" kern="0">
                          <a:effectLst/>
                          <a:latin typeface="Times New Roman" panose="02020603050405020304" pitchFamily="18" charset="0"/>
                          <a:cs typeface="Times New Roman" panose="02020603050405020304" pitchFamily="18" charset="0"/>
                        </a:rPr>
                        <a:t>Сәйкесті бағдарламалық жасақтама</a:t>
                      </a:r>
                      <a:endParaRPr lang="ru-KZ"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600" kern="0" dirty="0">
                          <a:effectLst/>
                          <a:latin typeface="Times New Roman" panose="02020603050405020304" pitchFamily="18" charset="0"/>
                          <a:cs typeface="Times New Roman" panose="02020603050405020304" pitchFamily="18" charset="0"/>
                        </a:rPr>
                        <a:t>Кодтар, автокодтар, ассемблер</a:t>
                      </a:r>
                      <a:endParaRPr lang="ru-KZ"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600" kern="0" dirty="0">
                          <a:effectLst/>
                          <a:latin typeface="Times New Roman" panose="02020603050405020304" pitchFamily="18" charset="0"/>
                          <a:cs typeface="Times New Roman" panose="02020603050405020304" pitchFamily="18" charset="0"/>
                        </a:rPr>
                        <a:t>Программалау тілдері, АСУ, АСУТП</a:t>
                      </a:r>
                      <a:endParaRPr lang="ru-KZ"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kk-KZ" sz="1600" kern="0" dirty="0" smtClean="0">
                          <a:effectLst/>
                          <a:latin typeface="Times New Roman" panose="02020603050405020304" pitchFamily="18" charset="0"/>
                          <a:cs typeface="Times New Roman" panose="02020603050405020304" pitchFamily="18" charset="0"/>
                        </a:rPr>
                        <a:t>ҚБП</a:t>
                      </a:r>
                      <a:r>
                        <a:rPr lang="ru-KZ" sz="1600" kern="0" dirty="0">
                          <a:effectLst/>
                          <a:latin typeface="Times New Roman" panose="02020603050405020304" pitchFamily="18" charset="0"/>
                          <a:cs typeface="Times New Roman" panose="02020603050405020304" pitchFamily="18" charset="0"/>
                        </a:rPr>
                        <a:t>, </a:t>
                      </a:r>
                      <a:r>
                        <a:rPr lang="kk-KZ" sz="1600" kern="0" dirty="0">
                          <a:effectLst/>
                          <a:latin typeface="Times New Roman" panose="02020603050405020304" pitchFamily="18" charset="0"/>
                          <a:cs typeface="Times New Roman" panose="02020603050405020304" pitchFamily="18" charset="0"/>
                        </a:rPr>
                        <a:t>БББЖ</a:t>
                      </a:r>
                      <a:r>
                        <a:rPr lang="ru-KZ" sz="1600" kern="0" dirty="0">
                          <a:effectLst/>
                          <a:latin typeface="Times New Roman" panose="02020603050405020304" pitchFamily="18" charset="0"/>
                          <a:cs typeface="Times New Roman" panose="02020603050405020304" pitchFamily="18" charset="0"/>
                        </a:rPr>
                        <a:t>, САПР</a:t>
                      </a:r>
                      <a:endParaRPr lang="ru-KZ"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tc>
                  <a:txBody>
                    <a:bodyPr/>
                    <a:lstStyle/>
                    <a:p>
                      <a:pPr algn="ctr">
                        <a:lnSpc>
                          <a:spcPct val="107000"/>
                        </a:lnSpc>
                        <a:spcAft>
                          <a:spcPts val="800"/>
                        </a:spcAft>
                      </a:pPr>
                      <a:r>
                        <a:rPr lang="ru-KZ" sz="1600" kern="0" dirty="0">
                          <a:effectLst/>
                          <a:latin typeface="Times New Roman" panose="02020603050405020304" pitchFamily="18" charset="0"/>
                          <a:cs typeface="Times New Roman" panose="02020603050405020304" pitchFamily="18" charset="0"/>
                        </a:rPr>
                        <a:t>БЗ, ЭС, параллель программ</a:t>
                      </a:r>
                      <a:r>
                        <a:rPr lang="kk-KZ" sz="1600" kern="0" dirty="0">
                          <a:effectLst/>
                          <a:latin typeface="Times New Roman" panose="02020603050405020304" pitchFamily="18" charset="0"/>
                          <a:cs typeface="Times New Roman" panose="02020603050405020304" pitchFamily="18" charset="0"/>
                        </a:rPr>
                        <a:t>алау жүйелері</a:t>
                      </a:r>
                      <a:r>
                        <a:rPr lang="ru-KZ" sz="1600" kern="0" dirty="0">
                          <a:effectLst/>
                          <a:latin typeface="Times New Roman" panose="02020603050405020304" pitchFamily="18" charset="0"/>
                          <a:cs typeface="Times New Roman" panose="02020603050405020304" pitchFamily="18" charset="0"/>
                        </a:rPr>
                        <a:t>,</a:t>
                      </a:r>
                      <a:r>
                        <a:rPr lang="kk-KZ" sz="1600" kern="0" dirty="0">
                          <a:effectLst/>
                          <a:latin typeface="Times New Roman" panose="02020603050405020304" pitchFamily="18" charset="0"/>
                          <a:cs typeface="Times New Roman" panose="02020603050405020304" pitchFamily="18" charset="0"/>
                        </a:rPr>
                        <a:t>т.б.</a:t>
                      </a:r>
                      <a:endParaRPr lang="ru-KZ"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3312" marR="13312" marT="13312" marB="13312" anchor="ctr"/>
                </a:tc>
                <a:extLst>
                  <a:ext uri="{0D108BD9-81ED-4DB2-BD59-A6C34878D82A}">
                    <a16:rowId xmlns="" xmlns:a16="http://schemas.microsoft.com/office/drawing/2014/main" val="1434929630"/>
                  </a:ext>
                </a:extLst>
              </a:tr>
            </a:tbl>
          </a:graphicData>
        </a:graphic>
      </p:graphicFrame>
      <p:pic>
        <p:nvPicPr>
          <p:cNvPr id="4" name="Рисунок 3">
            <a:extLst>
              <a:ext uri="{FF2B5EF4-FFF2-40B4-BE49-F238E27FC236}">
                <a16:creationId xmlns="" xmlns:a16="http://schemas.microsoft.com/office/drawing/2014/main" id="{91E17672-A3B2-173D-1A43-F822E122D00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28910" y="5172710"/>
            <a:ext cx="1003300" cy="1003300"/>
          </a:xfrm>
          <a:prstGeom prst="rect">
            <a:avLst/>
          </a:prstGeom>
          <a:noFill/>
          <a:ln>
            <a:noFill/>
          </a:ln>
        </p:spPr>
      </p:pic>
      <p:pic>
        <p:nvPicPr>
          <p:cNvPr id="5" name="Рисунок 4">
            <a:extLst>
              <a:ext uri="{FF2B5EF4-FFF2-40B4-BE49-F238E27FC236}">
                <a16:creationId xmlns="" xmlns:a16="http://schemas.microsoft.com/office/drawing/2014/main" id="{97AA760D-6B68-F951-6E71-192B101F019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67612" y="5172710"/>
            <a:ext cx="1303655" cy="958850"/>
          </a:xfrm>
          <a:prstGeom prst="rect">
            <a:avLst/>
          </a:prstGeom>
          <a:noFill/>
          <a:ln>
            <a:noFill/>
          </a:ln>
        </p:spPr>
      </p:pic>
      <p:pic>
        <p:nvPicPr>
          <p:cNvPr id="6" name="Рисунок 5">
            <a:extLst>
              <a:ext uri="{FF2B5EF4-FFF2-40B4-BE49-F238E27FC236}">
                <a16:creationId xmlns="" xmlns:a16="http://schemas.microsoft.com/office/drawing/2014/main" id="{16670717-58C3-0336-178D-58B17134C57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27369" y="5172710"/>
            <a:ext cx="965200" cy="965200"/>
          </a:xfrm>
          <a:prstGeom prst="rect">
            <a:avLst/>
          </a:prstGeom>
          <a:noFill/>
          <a:ln>
            <a:noFill/>
          </a:ln>
        </p:spPr>
      </p:pic>
      <p:pic>
        <p:nvPicPr>
          <p:cNvPr id="7" name="Рисунок 6">
            <a:extLst>
              <a:ext uri="{FF2B5EF4-FFF2-40B4-BE49-F238E27FC236}">
                <a16:creationId xmlns="" xmlns:a16="http://schemas.microsoft.com/office/drawing/2014/main" id="{26D65FB8-55DF-B612-A4D3-66AC7FF4309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3103880" y="5454015"/>
            <a:ext cx="1046480" cy="591185"/>
          </a:xfrm>
          <a:prstGeom prst="rect">
            <a:avLst/>
          </a:prstGeom>
          <a:noFill/>
          <a:ln>
            <a:noFill/>
          </a:ln>
        </p:spPr>
      </p:pic>
      <p:pic>
        <p:nvPicPr>
          <p:cNvPr id="8" name="Рисунок 7">
            <a:extLst>
              <a:ext uri="{FF2B5EF4-FFF2-40B4-BE49-F238E27FC236}">
                <a16:creationId xmlns="" xmlns:a16="http://schemas.microsoft.com/office/drawing/2014/main" id="{36E73548-7D24-3D6E-468B-ADE6B575593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663525" y="4055854"/>
            <a:ext cx="1261139" cy="840948"/>
          </a:xfrm>
          <a:prstGeom prst="rect">
            <a:avLst/>
          </a:prstGeom>
          <a:noFill/>
          <a:ln>
            <a:noFill/>
          </a:ln>
        </p:spPr>
      </p:pic>
      <p:pic>
        <p:nvPicPr>
          <p:cNvPr id="9" name="Рисунок 8">
            <a:extLst>
              <a:ext uri="{FF2B5EF4-FFF2-40B4-BE49-F238E27FC236}">
                <a16:creationId xmlns="" xmlns:a16="http://schemas.microsoft.com/office/drawing/2014/main" id="{CE3C47A6-C677-42B0-F217-360DB4A88BE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21964" y="4037911"/>
            <a:ext cx="802957" cy="976691"/>
          </a:xfrm>
          <a:prstGeom prst="rect">
            <a:avLst/>
          </a:prstGeom>
          <a:noFill/>
          <a:ln>
            <a:noFill/>
          </a:ln>
        </p:spPr>
      </p:pic>
      <p:pic>
        <p:nvPicPr>
          <p:cNvPr id="10" name="Рисунок 9">
            <a:extLst>
              <a:ext uri="{FF2B5EF4-FFF2-40B4-BE49-F238E27FC236}">
                <a16:creationId xmlns="" xmlns:a16="http://schemas.microsoft.com/office/drawing/2014/main" id="{6E6A70AD-EA77-E979-8A7C-C9AFD61D7D72}"/>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54637" y="4131953"/>
            <a:ext cx="1137285" cy="762000"/>
          </a:xfrm>
          <a:prstGeom prst="rect">
            <a:avLst/>
          </a:prstGeom>
          <a:noFill/>
          <a:ln>
            <a:noFill/>
          </a:ln>
        </p:spPr>
      </p:pic>
      <p:pic>
        <p:nvPicPr>
          <p:cNvPr id="11" name="Рисунок 10">
            <a:extLst>
              <a:ext uri="{FF2B5EF4-FFF2-40B4-BE49-F238E27FC236}">
                <a16:creationId xmlns="" xmlns:a16="http://schemas.microsoft.com/office/drawing/2014/main" id="{19945C9D-38A1-798B-3CF8-50863DD76158}"/>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027045" y="4111633"/>
            <a:ext cx="1123315" cy="802640"/>
          </a:xfrm>
          <a:prstGeom prst="rect">
            <a:avLst/>
          </a:prstGeom>
          <a:noFill/>
          <a:ln>
            <a:noFill/>
          </a:ln>
        </p:spPr>
      </p:pic>
    </p:spTree>
    <p:extLst>
      <p:ext uri="{BB962C8B-B14F-4D97-AF65-F5344CB8AC3E}">
        <p14:creationId xmlns:p14="http://schemas.microsoft.com/office/powerpoint/2010/main" val="1025296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3F6946DC-BC8B-7CC5-43B1-C36AFD19F52E}"/>
              </a:ext>
            </a:extLst>
          </p:cNvPr>
          <p:cNvSpPr txBox="1"/>
          <p:nvPr/>
        </p:nvSpPr>
        <p:spPr>
          <a:xfrm>
            <a:off x="619760" y="592406"/>
            <a:ext cx="10952480" cy="5455340"/>
          </a:xfrm>
          <a:prstGeom prst="rect">
            <a:avLst/>
          </a:prstGeom>
          <a:noFill/>
        </p:spPr>
        <p:txBody>
          <a:bodyPr wrap="square">
            <a:spAutoFit/>
          </a:bodyPr>
          <a:lstStyle/>
          <a:p>
            <a:pPr marL="121285" marR="308610" indent="251460" algn="just">
              <a:tabLst>
                <a:tab pos="10760075" algn="l"/>
              </a:tabLst>
            </a:pPr>
            <a:r>
              <a:rPr lang="kk-KZ" sz="2800" dirty="0">
                <a:effectLst/>
                <a:latin typeface="Times New Roman" panose="02020603050405020304" pitchFamily="18" charset="0"/>
                <a:ea typeface="Times New Roman" panose="02020603050405020304" pitchFamily="18" charset="0"/>
              </a:rPr>
              <a:t>Анықтамаға</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сәйкес</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компьютерлік</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(есептеу)</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жүйелерін</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төрт</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негізгі</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құрамға</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бөлуге болады.</a:t>
            </a:r>
            <a:endParaRPr lang="en-US" sz="2800" dirty="0">
              <a:effectLst/>
              <a:latin typeface="Times New Roman" panose="02020603050405020304" pitchFamily="18" charset="0"/>
              <a:ea typeface="Times New Roman" panose="02020603050405020304" pitchFamily="18" charset="0"/>
            </a:endParaRPr>
          </a:p>
          <a:p>
            <a:pPr marL="372745" marR="2667000" indent="251460" algn="l">
              <a:lnSpc>
                <a:spcPct val="100000"/>
              </a:lnSpc>
              <a:spcBef>
                <a:spcPts val="335"/>
              </a:spcBef>
              <a:spcAft>
                <a:spcPts val="0"/>
              </a:spcAft>
              <a:tabLst>
                <a:tab pos="10760075" algn="l"/>
              </a:tabLst>
            </a:pPr>
            <a:endParaRPr lang="en-US" sz="2800" dirty="0">
              <a:effectLst/>
              <a:latin typeface="Times New Roman" panose="02020603050405020304" pitchFamily="18" charset="0"/>
              <a:ea typeface="Times New Roman" panose="02020603050405020304" pitchFamily="18" charset="0"/>
            </a:endParaRPr>
          </a:p>
          <a:p>
            <a:pPr marL="372745" marR="2667000" indent="251460" algn="l">
              <a:lnSpc>
                <a:spcPct val="100000"/>
              </a:lnSpc>
              <a:spcBef>
                <a:spcPts val="335"/>
              </a:spcBef>
              <a:spcAft>
                <a:spcPts val="0"/>
              </a:spcAft>
              <a:tabLst>
                <a:tab pos="10760075" algn="l"/>
              </a:tabLst>
            </a:pPr>
            <a:r>
              <a:rPr lang="kk-KZ" sz="2800" dirty="0">
                <a:effectLst/>
                <a:latin typeface="Times New Roman" panose="02020603050405020304" pitchFamily="18" charset="0"/>
                <a:ea typeface="Times New Roman" panose="02020603050405020304" pitchFamily="18" charset="0"/>
              </a:rPr>
              <a:t>1)</a:t>
            </a:r>
            <a:r>
              <a:rPr lang="en-US" sz="280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Мақсат</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қойып</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соның</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нәтижесін</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алу.</a:t>
            </a:r>
            <a:r>
              <a:rPr lang="kk-KZ" sz="2800" spc="-335" dirty="0">
                <a:effectLst/>
                <a:latin typeface="Times New Roman" panose="02020603050405020304" pitchFamily="18" charset="0"/>
                <a:ea typeface="Times New Roman" panose="02020603050405020304" pitchFamily="18" charset="0"/>
              </a:rPr>
              <a:t> </a:t>
            </a:r>
            <a:endParaRPr lang="en-US" sz="2800" spc="-335" dirty="0">
              <a:effectLst/>
              <a:latin typeface="Times New Roman" panose="02020603050405020304" pitchFamily="18" charset="0"/>
              <a:ea typeface="Times New Roman" panose="02020603050405020304" pitchFamily="18" charset="0"/>
            </a:endParaRPr>
          </a:p>
          <a:p>
            <a:pPr marL="372745" marR="2667000" indent="251460" algn="l">
              <a:lnSpc>
                <a:spcPct val="100000"/>
              </a:lnSpc>
              <a:spcBef>
                <a:spcPts val="335"/>
              </a:spcBef>
              <a:spcAft>
                <a:spcPts val="0"/>
              </a:spcAft>
              <a:tabLst>
                <a:tab pos="9956800" algn="l"/>
                <a:tab pos="10760075" algn="l"/>
              </a:tabLst>
            </a:pPr>
            <a:r>
              <a:rPr lang="kk-KZ" sz="2800" dirty="0">
                <a:effectLst/>
                <a:latin typeface="Times New Roman" panose="02020603050405020304" pitchFamily="18" charset="0"/>
                <a:ea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Аппараттық</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қамтамасыз ету.</a:t>
            </a:r>
            <a:endParaRPr lang="en-US" sz="2800" dirty="0">
              <a:effectLst/>
              <a:latin typeface="Times New Roman" panose="02020603050405020304" pitchFamily="18" charset="0"/>
              <a:ea typeface="Times New Roman" panose="02020603050405020304" pitchFamily="18" charset="0"/>
            </a:endParaRPr>
          </a:p>
          <a:p>
            <a:pPr marL="372745" marR="2667000" indent="251460">
              <a:spcBef>
                <a:spcPts val="335"/>
              </a:spcBef>
              <a:tabLst>
                <a:tab pos="10760075" algn="l"/>
              </a:tabLst>
            </a:pPr>
            <a:r>
              <a:rPr lang="en-US" sz="2800" dirty="0">
                <a:latin typeface="Times New Roman" panose="02020603050405020304" pitchFamily="18" charset="0"/>
                <a:ea typeface="Times New Roman" panose="02020603050405020304" pitchFamily="18" charset="0"/>
              </a:rPr>
              <a:t>3) </a:t>
            </a:r>
            <a:r>
              <a:rPr lang="kk-KZ" sz="2800" dirty="0">
                <a:effectLst/>
                <a:latin typeface="Times New Roman" panose="02020603050405020304" pitchFamily="18" charset="0"/>
                <a:ea typeface="Times New Roman" panose="02020603050405020304" pitchFamily="18" charset="0"/>
              </a:rPr>
              <a:t>Мәліметтер</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файлымен</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жұмыс.</a:t>
            </a:r>
            <a:endParaRPr lang="en-US" sz="2800" dirty="0">
              <a:effectLst/>
              <a:latin typeface="Times New Roman" panose="02020603050405020304" pitchFamily="18" charset="0"/>
              <a:ea typeface="Times New Roman" panose="02020603050405020304" pitchFamily="18" charset="0"/>
            </a:endParaRPr>
          </a:p>
          <a:p>
            <a:pPr marL="92075" marR="2667000" indent="538163" algn="just">
              <a:spcBef>
                <a:spcPts val="335"/>
              </a:spcBef>
              <a:tabLst>
                <a:tab pos="10494963" algn="l"/>
                <a:tab pos="10760075" algn="l"/>
              </a:tabLst>
            </a:pPr>
            <a:r>
              <a:rPr lang="en-US" sz="2800" dirty="0">
                <a:latin typeface="Times New Roman" panose="02020603050405020304" pitchFamily="18" charset="0"/>
                <a:ea typeface="Times New Roman" panose="02020603050405020304" pitchFamily="18" charset="0"/>
              </a:rPr>
              <a:t>4) </a:t>
            </a:r>
            <a:r>
              <a:rPr lang="kk-KZ" sz="2800" dirty="0">
                <a:latin typeface="Times New Roman" panose="02020603050405020304" pitchFamily="18" charset="0"/>
                <a:ea typeface="Times New Roman" panose="02020603050405020304" pitchFamily="18" charset="0"/>
              </a:rPr>
              <a:t>Компьютерді</a:t>
            </a:r>
            <a:r>
              <a:rPr lang="kk-KZ" sz="2800" spc="-15"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бағдарламамен</a:t>
            </a:r>
            <a:r>
              <a:rPr lang="en-US" sz="2800"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қамтамасыз</a:t>
            </a:r>
            <a:r>
              <a:rPr lang="en-US" sz="2800"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ету. </a:t>
            </a:r>
            <a:endParaRPr lang="en-US" sz="2800" dirty="0">
              <a:effectLst/>
              <a:latin typeface="Times New Roman" panose="02020603050405020304" pitchFamily="18" charset="0"/>
              <a:ea typeface="Times New Roman" panose="02020603050405020304" pitchFamily="18" charset="0"/>
            </a:endParaRPr>
          </a:p>
          <a:p>
            <a:pPr marL="121285" marR="308610" indent="251460" algn="just">
              <a:tabLst>
                <a:tab pos="10760075" algn="l"/>
              </a:tabLst>
            </a:pPr>
            <a:endParaRPr lang="en-US" sz="2800" dirty="0">
              <a:effectLst/>
              <a:latin typeface="Times New Roman" panose="02020603050405020304" pitchFamily="18" charset="0"/>
              <a:ea typeface="Times New Roman" panose="02020603050405020304" pitchFamily="18" charset="0"/>
            </a:endParaRPr>
          </a:p>
          <a:p>
            <a:pPr marL="121285" marR="308610" indent="251460" algn="just">
              <a:tabLst>
                <a:tab pos="10760075" algn="l"/>
              </a:tabLst>
            </a:pPr>
            <a:r>
              <a:rPr lang="kk-KZ" sz="2800" b="1" dirty="0">
                <a:effectLst/>
                <a:latin typeface="Times New Roman" panose="02020603050405020304" pitchFamily="18" charset="0"/>
                <a:ea typeface="Times New Roman" panose="02020603050405020304" pitchFamily="18" charset="0"/>
              </a:rPr>
              <a:t>Компьютерлік жүйелер ұғымы </a:t>
            </a:r>
            <a:r>
              <a:rPr lang="kk-KZ" sz="2800" dirty="0">
                <a:effectLst/>
                <a:latin typeface="Times New Roman" panose="02020603050405020304" pitchFamily="18" charset="0"/>
                <a:ea typeface="Times New Roman" panose="02020603050405020304" pitchFamily="18" charset="0"/>
              </a:rPr>
              <a:t>келесі мәліметтерді</a:t>
            </a:r>
            <a:r>
              <a:rPr lang="en-US" sz="280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өңдеу жүйелерін</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осы төрт комбинацияны</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 машиналар, мәліметтер, бағдарламалар және</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адамды</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біріктіре қарастыру</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кезінде</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қолданады.</a:t>
            </a:r>
            <a:endParaRPr lang="ru-K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32066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25F7906F-8D50-3E1F-AD11-EE6788A2C763}"/>
              </a:ext>
            </a:extLst>
          </p:cNvPr>
          <p:cNvSpPr txBox="1"/>
          <p:nvPr/>
        </p:nvSpPr>
        <p:spPr>
          <a:xfrm>
            <a:off x="751840" y="365611"/>
            <a:ext cx="11003280" cy="5262979"/>
          </a:xfrm>
          <a:prstGeom prst="rect">
            <a:avLst/>
          </a:prstGeom>
          <a:noFill/>
        </p:spPr>
        <p:txBody>
          <a:bodyPr wrap="square">
            <a:spAutoFit/>
          </a:bodyPr>
          <a:lstStyle/>
          <a:p>
            <a:pPr marL="372745" indent="251460" algn="just"/>
            <a:r>
              <a:rPr lang="kk-KZ" sz="2800" b="1" dirty="0">
                <a:effectLst/>
                <a:latin typeface="Times New Roman" panose="02020603050405020304" pitchFamily="18" charset="0"/>
                <a:ea typeface="Times New Roman" panose="02020603050405020304" pitchFamily="18" charset="0"/>
              </a:rPr>
              <a:t>Компьютерлік</a:t>
            </a:r>
            <a:r>
              <a:rPr lang="kk-KZ" sz="2800" b="1" spc="-20" dirty="0">
                <a:effectLst/>
                <a:latin typeface="Times New Roman" panose="02020603050405020304" pitchFamily="18" charset="0"/>
                <a:ea typeface="Times New Roman" panose="02020603050405020304" pitchFamily="18" charset="0"/>
              </a:rPr>
              <a:t> </a:t>
            </a:r>
            <a:r>
              <a:rPr lang="kk-KZ" sz="2800" b="1" dirty="0">
                <a:effectLst/>
                <a:latin typeface="Times New Roman" panose="02020603050405020304" pitchFamily="18" charset="0"/>
                <a:ea typeface="Times New Roman" panose="02020603050405020304" pitchFamily="18" charset="0"/>
              </a:rPr>
              <a:t>жүйелерді</a:t>
            </a:r>
            <a:r>
              <a:rPr lang="kk-KZ" sz="2800" b="1" spc="-15" dirty="0">
                <a:effectLst/>
                <a:latin typeface="Times New Roman" panose="02020603050405020304" pitchFamily="18" charset="0"/>
                <a:ea typeface="Times New Roman" panose="02020603050405020304" pitchFamily="18" charset="0"/>
              </a:rPr>
              <a:t> </a:t>
            </a:r>
            <a:r>
              <a:rPr lang="kk-KZ" sz="2800" b="1" dirty="0">
                <a:effectLst/>
                <a:latin typeface="Times New Roman" panose="02020603050405020304" pitchFamily="18" charset="0"/>
                <a:ea typeface="Times New Roman" panose="02020603050405020304" pitchFamily="18" charset="0"/>
              </a:rPr>
              <a:t>пайдалану.</a:t>
            </a:r>
            <a:endParaRPr lang="ru-KZ" sz="2800" b="1" dirty="0">
              <a:effectLst/>
              <a:latin typeface="Times New Roman" panose="02020603050405020304" pitchFamily="18" charset="0"/>
              <a:ea typeface="Times New Roman" panose="02020603050405020304" pitchFamily="18" charset="0"/>
            </a:endParaRPr>
          </a:p>
          <a:p>
            <a:pPr marL="121285" marR="309880" indent="251460" algn="just"/>
            <a:r>
              <a:rPr lang="kk-KZ" sz="2800" dirty="0">
                <a:effectLst/>
                <a:latin typeface="Times New Roman" panose="02020603050405020304" pitchFamily="18" charset="0"/>
                <a:ea typeface="Times New Roman" panose="02020603050405020304" pitchFamily="18" charset="0"/>
              </a:rPr>
              <a:t>А). </a:t>
            </a:r>
            <a:r>
              <a:rPr lang="kk-KZ" sz="2800" b="1" dirty="0">
                <a:effectLst/>
                <a:latin typeface="Times New Roman" panose="02020603050405020304" pitchFamily="18" charset="0"/>
                <a:ea typeface="Times New Roman" panose="02020603050405020304" pitchFamily="18" charset="0"/>
              </a:rPr>
              <a:t>Жұмыс өнімділігі </a:t>
            </a:r>
            <a:r>
              <a:rPr lang="kk-KZ" sz="2800" dirty="0">
                <a:effectLst/>
                <a:latin typeface="Times New Roman" panose="02020603050405020304" pitchFamily="18" charset="0"/>
                <a:ea typeface="Times New Roman" panose="02020603050405020304" pitchFamily="18" charset="0"/>
              </a:rPr>
              <a:t>- компьютерді пайдаланудың ең алғашқы себебі</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жұмыс</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өнімділігін арттыру</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болып саналады.</a:t>
            </a:r>
            <a:endParaRPr lang="ru-KZ" sz="2800" dirty="0">
              <a:effectLst/>
              <a:latin typeface="Times New Roman" panose="02020603050405020304" pitchFamily="18" charset="0"/>
              <a:ea typeface="Times New Roman" panose="02020603050405020304" pitchFamily="18" charset="0"/>
            </a:endParaRPr>
          </a:p>
          <a:p>
            <a:pPr marL="121285" marR="307975" indent="251460" algn="just"/>
            <a:r>
              <a:rPr lang="kk-KZ" sz="2800" dirty="0">
                <a:effectLst/>
                <a:latin typeface="Times New Roman" panose="02020603050405020304" pitchFamily="18" charset="0"/>
                <a:ea typeface="Times New Roman" panose="02020603050405020304" pitchFamily="18" charset="0"/>
              </a:rPr>
              <a:t>Б). </a:t>
            </a:r>
            <a:r>
              <a:rPr lang="kk-KZ" sz="2800" b="1" dirty="0">
                <a:effectLst/>
                <a:latin typeface="Times New Roman" panose="02020603050405020304" pitchFamily="18" charset="0"/>
                <a:ea typeface="Times New Roman" panose="02020603050405020304" pitchFamily="18" charset="0"/>
              </a:rPr>
              <a:t>Мәліметтерді өңдеу </a:t>
            </a:r>
            <a:r>
              <a:rPr lang="kk-KZ" sz="2800" dirty="0">
                <a:effectLst/>
                <a:latin typeface="Times New Roman" panose="02020603050405020304" pitchFamily="18" charset="0"/>
                <a:ea typeface="Times New Roman" panose="02020603050405020304" pitchFamily="18" charset="0"/>
              </a:rPr>
              <a:t>- компьютерді пайдаланудағы екінші себеп</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мәліметтерді үлкен жылдамдықпен өңдеу болып саналады.</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Дайындығы</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мол маман 250 сөз оқып шығатын болса, ЭЕМ болса 1000000 оқиды. Сол</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себепті</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де</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телефон</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станцияларында,</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анықтамалық</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іздеу</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қызметтерінде</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ЭЕМ</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кеңінен қолданылады.</a:t>
            </a:r>
            <a:endParaRPr lang="ru-KZ" sz="2800" dirty="0">
              <a:effectLst/>
              <a:latin typeface="Times New Roman" panose="02020603050405020304" pitchFamily="18" charset="0"/>
              <a:ea typeface="Times New Roman" panose="02020603050405020304" pitchFamily="18" charset="0"/>
            </a:endParaRPr>
          </a:p>
          <a:p>
            <a:pPr marL="121285" marR="309245" indent="251460" algn="just"/>
            <a:r>
              <a:rPr lang="kk-KZ" sz="2800" dirty="0">
                <a:effectLst/>
                <a:latin typeface="Times New Roman" panose="02020603050405020304" pitchFamily="18" charset="0"/>
                <a:ea typeface="Times New Roman" panose="02020603050405020304" pitchFamily="18" charset="0"/>
              </a:rPr>
              <a:t>В).</a:t>
            </a:r>
            <a:r>
              <a:rPr lang="en-US" sz="2800" dirty="0">
                <a:effectLst/>
                <a:latin typeface="Times New Roman" panose="02020603050405020304" pitchFamily="18" charset="0"/>
                <a:ea typeface="Times New Roman" panose="02020603050405020304" pitchFamily="18" charset="0"/>
              </a:rPr>
              <a:t> </a:t>
            </a:r>
            <a:r>
              <a:rPr lang="kk-KZ" sz="2800" b="1" dirty="0">
                <a:effectLst/>
                <a:latin typeface="Times New Roman" panose="02020603050405020304" pitchFamily="18" charset="0"/>
                <a:ea typeface="Times New Roman" panose="02020603050405020304" pitchFamily="18" charset="0"/>
              </a:rPr>
              <a:t>Дәлдік пен ұқыптылық </a:t>
            </a:r>
            <a:r>
              <a:rPr lang="kk-KZ" sz="2800" dirty="0">
                <a:effectLst/>
                <a:latin typeface="Times New Roman" panose="02020603050405020304" pitchFamily="18" charset="0"/>
                <a:ea typeface="Times New Roman" panose="02020603050405020304" pitchFamily="18" charset="0"/>
              </a:rPr>
              <a:t>- компьютерлік жүйелерді пайдаланудағы</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үшінші себеп - олардың дәлдігі мен ұқыптылығы. Егер бағдарламалаушы</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машинаға</a:t>
            </a:r>
            <a:r>
              <a:rPr lang="kk-KZ" sz="2800" spc="-2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нақты</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мәліметтер</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енгізсе</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нәтиже</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қатесіз</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дұрыс</a:t>
            </a:r>
            <a:r>
              <a:rPr lang="kk-KZ" sz="2800" spc="-2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нәтиже</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береді.</a:t>
            </a:r>
            <a:endParaRPr lang="ru-K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77539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F8DAF208-F2D3-F1AA-C6BE-869CE351B9FE}"/>
              </a:ext>
            </a:extLst>
          </p:cNvPr>
          <p:cNvSpPr txBox="1"/>
          <p:nvPr/>
        </p:nvSpPr>
        <p:spPr>
          <a:xfrm>
            <a:off x="672353" y="505122"/>
            <a:ext cx="10847294" cy="5847755"/>
          </a:xfrm>
          <a:prstGeom prst="rect">
            <a:avLst/>
          </a:prstGeom>
          <a:noFill/>
        </p:spPr>
        <p:txBody>
          <a:bodyPr wrap="square">
            <a:spAutoFit/>
          </a:bodyPr>
          <a:lstStyle/>
          <a:p>
            <a:pPr marR="307340" lvl="1" algn="just">
              <a:buSzPts val="1400"/>
              <a:tabLst>
                <a:tab pos="707390" algn="l"/>
              </a:tabLst>
            </a:pPr>
            <a:r>
              <a:rPr lang="en-US" sz="2200" b="1" dirty="0">
                <a:effectLst/>
                <a:latin typeface="Times New Roman" panose="02020603050405020304" pitchFamily="18" charset="0"/>
                <a:ea typeface="Times New Roman" panose="02020603050405020304" pitchFamily="18" charset="0"/>
              </a:rPr>
              <a:t>2. </a:t>
            </a:r>
            <a:r>
              <a:rPr lang="kk-KZ" sz="2200" b="1" dirty="0">
                <a:effectLst/>
                <a:latin typeface="Times New Roman" panose="02020603050405020304" pitchFamily="18" charset="0"/>
                <a:ea typeface="Times New Roman" panose="02020603050405020304" pitchFamily="18" charset="0"/>
              </a:rPr>
              <a:t>Компьютерлік жүйелердің архитектурасы мен компоненттері</a:t>
            </a:r>
            <a:r>
              <a:rPr lang="kk-KZ" sz="2200" b="1" spc="-335" dirty="0">
                <a:effectLst/>
                <a:latin typeface="Times New Roman" panose="02020603050405020304" pitchFamily="18" charset="0"/>
                <a:ea typeface="Times New Roman" panose="02020603050405020304" pitchFamily="18" charset="0"/>
              </a:rPr>
              <a:t> </a:t>
            </a:r>
            <a:endParaRPr lang="en-US" sz="2200" b="1" spc="-335" dirty="0">
              <a:effectLst/>
              <a:latin typeface="Times New Roman" panose="02020603050405020304" pitchFamily="18" charset="0"/>
              <a:ea typeface="Times New Roman" panose="02020603050405020304" pitchFamily="18" charset="0"/>
            </a:endParaRPr>
          </a:p>
          <a:p>
            <a:pPr marR="307340" lvl="1" algn="just">
              <a:buSzPts val="1400"/>
              <a:tabLst>
                <a:tab pos="707390" algn="l"/>
              </a:tabLst>
            </a:pPr>
            <a:endParaRPr lang="en-US" sz="2200" b="1" spc="-335" dirty="0">
              <a:latin typeface="Times New Roman" panose="02020603050405020304" pitchFamily="18" charset="0"/>
              <a:ea typeface="Times New Roman" panose="02020603050405020304" pitchFamily="18" charset="0"/>
            </a:endParaRPr>
          </a:p>
          <a:p>
            <a:pPr marL="92075" marR="307340" lvl="1" indent="365125" algn="just">
              <a:buSzPts val="1400"/>
              <a:tabLst>
                <a:tab pos="707390" algn="l"/>
              </a:tabLst>
            </a:pPr>
            <a:r>
              <a:rPr lang="kk-KZ" sz="2200" dirty="0">
                <a:effectLst/>
                <a:latin typeface="Times New Roman" panose="02020603050405020304" pitchFamily="18" charset="0"/>
                <a:ea typeface="Times New Roman" panose="02020603050405020304" pitchFamily="18" charset="0"/>
              </a:rPr>
              <a:t>Қазіргі</a:t>
            </a:r>
            <a:r>
              <a:rPr lang="kk-KZ" sz="2200" spc="7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уақытта</a:t>
            </a:r>
            <a:r>
              <a:rPr lang="kk-KZ" sz="2200" spc="5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компьютерлік</a:t>
            </a:r>
            <a:r>
              <a:rPr lang="kk-KZ" sz="2200" spc="7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жүйелердің</a:t>
            </a:r>
            <a:r>
              <a:rPr lang="kk-KZ" sz="2200" spc="6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әр</a:t>
            </a:r>
            <a:r>
              <a:rPr lang="kk-KZ" sz="2200" spc="7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түрлі</a:t>
            </a:r>
            <a:r>
              <a:rPr lang="kk-KZ" sz="2200" spc="7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архитектурасы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болады.</a:t>
            </a:r>
            <a:r>
              <a:rPr lang="kk-KZ" sz="2200" spc="16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Бірақ</a:t>
            </a:r>
            <a:r>
              <a:rPr lang="kk-KZ" sz="2200" spc="15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олардың</a:t>
            </a:r>
            <a:r>
              <a:rPr lang="kk-KZ" sz="2200" spc="16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бәрінің</a:t>
            </a:r>
            <a:r>
              <a:rPr lang="kk-KZ" sz="2200" spc="16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де</a:t>
            </a:r>
            <a:r>
              <a:rPr lang="kk-KZ" sz="2200" spc="15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өз</a:t>
            </a:r>
            <a:r>
              <a:rPr lang="kk-KZ" sz="2200" spc="16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құрылымында</a:t>
            </a:r>
            <a:r>
              <a:rPr lang="kk-KZ" sz="2200" spc="16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қарастырылған</a:t>
            </a:r>
            <a:r>
              <a:rPr lang="kk-KZ" sz="2200" spc="16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элементтері</a:t>
            </a:r>
            <a:r>
              <a:rPr lang="kk-KZ" sz="2200" spc="9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болу</a:t>
            </a:r>
            <a:r>
              <a:rPr lang="kk-KZ" sz="2200" spc="7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керек</a:t>
            </a:r>
            <a:r>
              <a:rPr lang="kk-KZ" sz="2200" spc="8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және</a:t>
            </a:r>
            <a:r>
              <a:rPr lang="kk-KZ" sz="2200" spc="9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олар</a:t>
            </a:r>
            <a:r>
              <a:rPr lang="kk-KZ" sz="2200" spc="9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міндетті</a:t>
            </a:r>
            <a:r>
              <a:rPr lang="kk-KZ" sz="2200" spc="8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түрде</a:t>
            </a:r>
            <a:r>
              <a:rPr lang="kk-KZ" sz="2200" spc="9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компьютерлік</a:t>
            </a:r>
            <a:r>
              <a:rPr lang="kk-KZ" sz="2200" spc="9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жүйелердің</a:t>
            </a:r>
            <a:r>
              <a:rPr lang="kk-KZ" sz="2200" spc="-33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функцияларының</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негізгі</a:t>
            </a:r>
            <a:r>
              <a:rPr lang="kk-KZ" sz="2200" spc="2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қағидаттарын</a:t>
            </a:r>
            <a:r>
              <a:rPr lang="kk-KZ" sz="2200" spc="2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қолданады.</a:t>
            </a:r>
            <a:r>
              <a:rPr lang="kk-KZ" sz="2200" spc="1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Ол</a:t>
            </a:r>
            <a:r>
              <a:rPr lang="kk-KZ" sz="2200" spc="1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қағидаттарға</a:t>
            </a:r>
            <a:r>
              <a:rPr lang="kk-KZ" sz="2200" spc="5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келесілерді</a:t>
            </a:r>
            <a:r>
              <a:rPr lang="kk-KZ" sz="2200" spc="-1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жатқызуға</a:t>
            </a:r>
            <a:r>
              <a:rPr lang="kk-KZ" sz="2200" spc="-1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болады: </a:t>
            </a:r>
            <a:r>
              <a:rPr lang="kk-KZ" sz="2200" b="1" i="1" dirty="0">
                <a:effectLst/>
                <a:latin typeface="Times New Roman" panose="02020603050405020304" pitchFamily="18" charset="0"/>
                <a:ea typeface="Times New Roman" panose="02020603050405020304" pitchFamily="18" charset="0"/>
              </a:rPr>
              <a:t>модульдік</a:t>
            </a:r>
            <a:r>
              <a:rPr lang="kk-KZ" sz="2200" b="1" i="1" spc="-25" dirty="0">
                <a:effectLst/>
                <a:latin typeface="Times New Roman" panose="02020603050405020304" pitchFamily="18" charset="0"/>
                <a:ea typeface="Times New Roman" panose="02020603050405020304" pitchFamily="18" charset="0"/>
              </a:rPr>
              <a:t> </a:t>
            </a:r>
            <a:r>
              <a:rPr lang="kk-KZ" sz="2200" b="1" i="1" dirty="0">
                <a:effectLst/>
                <a:latin typeface="Times New Roman" panose="02020603050405020304" pitchFamily="18" charset="0"/>
                <a:ea typeface="Times New Roman" panose="02020603050405020304" pitchFamily="18" charset="0"/>
              </a:rPr>
              <a:t>принципі,</a:t>
            </a:r>
            <a:r>
              <a:rPr lang="kk-KZ" sz="2200" b="1" i="1" spc="-25" dirty="0">
                <a:effectLst/>
                <a:latin typeface="Times New Roman" panose="02020603050405020304" pitchFamily="18" charset="0"/>
                <a:ea typeface="Times New Roman" panose="02020603050405020304" pitchFamily="18" charset="0"/>
              </a:rPr>
              <a:t> </a:t>
            </a:r>
            <a:r>
              <a:rPr lang="kk-KZ" sz="2200" b="1" i="1" dirty="0">
                <a:effectLst/>
                <a:latin typeface="Times New Roman" panose="02020603050405020304" pitchFamily="18" charset="0"/>
                <a:ea typeface="Times New Roman" panose="02020603050405020304" pitchFamily="18" charset="0"/>
              </a:rPr>
              <a:t>магистралдік,</a:t>
            </a:r>
            <a:r>
              <a:rPr lang="kk-KZ" sz="2200" b="1" i="1" spc="-15" dirty="0">
                <a:effectLst/>
                <a:latin typeface="Times New Roman" panose="02020603050405020304" pitchFamily="18" charset="0"/>
                <a:ea typeface="Times New Roman" panose="02020603050405020304" pitchFamily="18" charset="0"/>
              </a:rPr>
              <a:t> </a:t>
            </a:r>
            <a:r>
              <a:rPr lang="kk-KZ" sz="2200" b="1" i="1" dirty="0">
                <a:effectLst/>
                <a:latin typeface="Times New Roman" panose="02020603050405020304" pitchFamily="18" charset="0"/>
                <a:ea typeface="Times New Roman" panose="02020603050405020304" pitchFamily="18" charset="0"/>
              </a:rPr>
              <a:t>микропрограммалық</a:t>
            </a:r>
            <a:r>
              <a:rPr lang="kk-KZ" sz="2200" b="1" dirty="0">
                <a:effectLst/>
                <a:latin typeface="Times New Roman" panose="02020603050405020304" pitchFamily="18" charset="0"/>
                <a:ea typeface="Times New Roman" panose="02020603050405020304" pitchFamily="18" charset="0"/>
              </a:rPr>
              <a:t>.</a:t>
            </a:r>
            <a:endParaRPr lang="ru-KZ" sz="2200" b="1" dirty="0">
              <a:effectLst/>
              <a:latin typeface="Times New Roman" panose="02020603050405020304" pitchFamily="18" charset="0"/>
              <a:ea typeface="Times New Roman" panose="02020603050405020304" pitchFamily="18" charset="0"/>
            </a:endParaRPr>
          </a:p>
          <a:p>
            <a:pPr marL="121285" marR="308610" indent="251460" algn="just">
              <a:spcBef>
                <a:spcPts val="10"/>
              </a:spcBef>
              <a:spcAft>
                <a:spcPts val="0"/>
              </a:spcAft>
            </a:pPr>
            <a:r>
              <a:rPr lang="kk-KZ" sz="2200" b="1" i="1" dirty="0">
                <a:effectLst/>
                <a:latin typeface="Times New Roman" panose="02020603050405020304" pitchFamily="18" charset="0"/>
                <a:ea typeface="Times New Roman" panose="02020603050405020304" pitchFamily="18" charset="0"/>
              </a:rPr>
              <a:t>Модульдік</a:t>
            </a:r>
            <a:r>
              <a:rPr lang="kk-KZ" sz="2200" i="1"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модульдер</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негізінде</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компьютерлерді</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құрастыру</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әдісі.</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Модуль дегеніміз стандартты түрде жасалған конструктивті және функционалды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түрде аяқталған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электронды</a:t>
            </a:r>
            <a:r>
              <a:rPr lang="kk-KZ" sz="2200" spc="-1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блок.</a:t>
            </a:r>
            <a:endParaRPr lang="ru-KZ" sz="2200" dirty="0">
              <a:effectLst/>
              <a:latin typeface="Times New Roman" panose="02020603050405020304" pitchFamily="18" charset="0"/>
              <a:ea typeface="Times New Roman" panose="02020603050405020304" pitchFamily="18" charset="0"/>
            </a:endParaRPr>
          </a:p>
          <a:p>
            <a:pPr marL="121285" marR="307340" indent="251460" algn="just"/>
            <a:r>
              <a:rPr lang="kk-KZ" sz="2200" b="1" i="1" dirty="0">
                <a:effectLst/>
                <a:latin typeface="Times New Roman" panose="02020603050405020304" pitchFamily="18" charset="0"/>
                <a:ea typeface="Times New Roman" panose="02020603050405020304" pitchFamily="18" charset="0"/>
              </a:rPr>
              <a:t>Магистральдік</a:t>
            </a:r>
            <a:r>
              <a:rPr lang="kk-KZ" sz="2200" i="1"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дегеніміз - бұл әр түрлі компьютерлік модульдердің</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біріктірілуі.</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Бұл</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жерде</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кіріс</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және</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шығыс</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модуль</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құрылғылары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бір</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сыммен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қосылады,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осылардың</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жиынтығы</a:t>
            </a:r>
            <a:r>
              <a:rPr lang="kk-KZ" sz="2200" spc="5" dirty="0">
                <a:effectLst/>
                <a:latin typeface="Times New Roman" panose="02020603050405020304" pitchFamily="18" charset="0"/>
                <a:ea typeface="Times New Roman" panose="02020603050405020304" pitchFamily="18" charset="0"/>
              </a:rPr>
              <a:t> </a:t>
            </a:r>
            <a:r>
              <a:rPr lang="kk-KZ" sz="2200" i="1" dirty="0">
                <a:effectLst/>
                <a:latin typeface="Times New Roman" panose="02020603050405020304" pitchFamily="18" charset="0"/>
                <a:ea typeface="Times New Roman" panose="02020603050405020304" pitchFamily="18" charset="0"/>
              </a:rPr>
              <a:t>шина</a:t>
            </a:r>
            <a:r>
              <a:rPr lang="kk-KZ" sz="2200" i="1"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деп</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аталады.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Компьютерлер</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магистральі</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бірнеше</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шина</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топтарынан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құралады</a:t>
            </a:r>
            <a:r>
              <a:rPr lang="kk-KZ" sz="2200" spc="35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және</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олар</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функционалдық</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белгі</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бойынша</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ажыратылады</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шина</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адресі,</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мәліметтер шинасы,</a:t>
            </a:r>
            <a:r>
              <a:rPr lang="kk-KZ" sz="2200" spc="-1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басқару</a:t>
            </a:r>
            <a:r>
              <a:rPr lang="kk-KZ" sz="2200" spc="-20"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шинасы.</a:t>
            </a:r>
            <a:endParaRPr lang="ru-KZ" sz="2200" dirty="0">
              <a:effectLst/>
              <a:latin typeface="Times New Roman" panose="02020603050405020304" pitchFamily="18" charset="0"/>
              <a:ea typeface="Times New Roman" panose="02020603050405020304" pitchFamily="18" charset="0"/>
            </a:endParaRPr>
          </a:p>
          <a:p>
            <a:pPr marL="121285" marR="307340" indent="251460" algn="just"/>
            <a:r>
              <a:rPr lang="kk-KZ" sz="2200" b="1" i="1" dirty="0">
                <a:effectLst/>
                <a:latin typeface="Times New Roman" panose="02020603050405020304" pitchFamily="18" charset="0"/>
                <a:ea typeface="Times New Roman" panose="02020603050405020304" pitchFamily="18" charset="0"/>
              </a:rPr>
              <a:t>Микропрограммалау</a:t>
            </a:r>
            <a:r>
              <a:rPr lang="kk-KZ" sz="2200" i="1"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дегеніміз - жүйені программалық басқару принципін</a:t>
            </a:r>
            <a:r>
              <a:rPr lang="kk-KZ" sz="2200" spc="-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жүзеге асыру</a:t>
            </a:r>
            <a:r>
              <a:rPr lang="kk-KZ" sz="2200" spc="-15" dirty="0">
                <a:effectLst/>
                <a:latin typeface="Times New Roman" panose="02020603050405020304" pitchFamily="18" charset="0"/>
                <a:ea typeface="Times New Roman" panose="02020603050405020304" pitchFamily="18" charset="0"/>
              </a:rPr>
              <a:t> </a:t>
            </a:r>
            <a:r>
              <a:rPr lang="kk-KZ" sz="2200" dirty="0">
                <a:effectLst/>
                <a:latin typeface="Times New Roman" panose="02020603050405020304" pitchFamily="18" charset="0"/>
                <a:ea typeface="Times New Roman" panose="02020603050405020304" pitchFamily="18" charset="0"/>
              </a:rPr>
              <a:t>тәсілі.</a:t>
            </a:r>
            <a:endParaRPr lang="ru-KZ" sz="2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78502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91120F1-2BA5-BD3F-41C7-987647F1656F}"/>
              </a:ext>
            </a:extLst>
          </p:cNvPr>
          <p:cNvSpPr txBox="1"/>
          <p:nvPr/>
        </p:nvSpPr>
        <p:spPr>
          <a:xfrm>
            <a:off x="670560" y="669905"/>
            <a:ext cx="10942320" cy="5098832"/>
          </a:xfrm>
          <a:prstGeom prst="rect">
            <a:avLst/>
          </a:prstGeom>
          <a:noFill/>
        </p:spPr>
        <p:txBody>
          <a:bodyPr wrap="square">
            <a:spAutoFit/>
          </a:bodyPr>
          <a:lstStyle/>
          <a:p>
            <a:pPr marL="372745" algn="just">
              <a:lnSpc>
                <a:spcPts val="1605"/>
              </a:lnSpc>
            </a:pPr>
            <a:r>
              <a:rPr lang="kk-KZ" sz="2400" b="1" i="1" dirty="0">
                <a:effectLst/>
                <a:latin typeface="Times New Roman" panose="02020603050405020304" pitchFamily="18" charset="0"/>
                <a:ea typeface="Times New Roman" panose="02020603050405020304" pitchFamily="18" charset="0"/>
              </a:rPr>
              <a:t>Қазіргі</a:t>
            </a:r>
            <a:r>
              <a:rPr lang="kk-KZ" sz="2400" b="1" i="1" spc="-30" dirty="0">
                <a:effectLst/>
                <a:latin typeface="Times New Roman" panose="02020603050405020304" pitchFamily="18" charset="0"/>
                <a:ea typeface="Times New Roman" panose="02020603050405020304" pitchFamily="18" charset="0"/>
              </a:rPr>
              <a:t> </a:t>
            </a:r>
            <a:r>
              <a:rPr lang="kk-KZ" sz="2400" b="1" i="1" dirty="0">
                <a:effectLst/>
                <a:latin typeface="Times New Roman" panose="02020603050405020304" pitchFamily="18" charset="0"/>
                <a:ea typeface="Times New Roman" panose="02020603050405020304" pitchFamily="18" charset="0"/>
              </a:rPr>
              <a:t>компьютерлер</a:t>
            </a:r>
            <a:r>
              <a:rPr lang="kk-KZ" sz="2400" b="1" i="1" spc="-30" dirty="0">
                <a:effectLst/>
                <a:latin typeface="Times New Roman" panose="02020603050405020304" pitchFamily="18" charset="0"/>
                <a:ea typeface="Times New Roman" panose="02020603050405020304" pitchFamily="18" charset="0"/>
              </a:rPr>
              <a:t> </a:t>
            </a:r>
            <a:r>
              <a:rPr lang="kk-KZ" sz="2400" b="1" i="1" dirty="0">
                <a:effectLst/>
                <a:latin typeface="Times New Roman" panose="02020603050405020304" pitchFamily="18" charset="0"/>
                <a:ea typeface="Times New Roman" panose="02020603050405020304" pitchFamily="18" charset="0"/>
              </a:rPr>
              <a:t>архитектурасының</a:t>
            </a:r>
            <a:r>
              <a:rPr lang="kk-KZ" sz="2400" b="1" i="1" spc="-40" dirty="0">
                <a:effectLst/>
                <a:latin typeface="Times New Roman" panose="02020603050405020304" pitchFamily="18" charset="0"/>
                <a:ea typeface="Times New Roman" panose="02020603050405020304" pitchFamily="18" charset="0"/>
              </a:rPr>
              <a:t> </a:t>
            </a:r>
            <a:r>
              <a:rPr lang="kk-KZ" sz="2400" b="1" i="1" dirty="0">
                <a:effectLst/>
                <a:latin typeface="Times New Roman" panose="02020603050405020304" pitchFamily="18" charset="0"/>
                <a:ea typeface="Times New Roman" panose="02020603050405020304" pitchFamily="18" charset="0"/>
              </a:rPr>
              <a:t>анықталу</a:t>
            </a:r>
            <a:r>
              <a:rPr lang="kk-KZ" sz="2400" b="1" i="1" spc="-35" dirty="0">
                <a:effectLst/>
                <a:latin typeface="Times New Roman" panose="02020603050405020304" pitchFamily="18" charset="0"/>
                <a:ea typeface="Times New Roman" panose="02020603050405020304" pitchFamily="18" charset="0"/>
              </a:rPr>
              <a:t> </a:t>
            </a:r>
            <a:r>
              <a:rPr lang="kk-KZ" sz="2400" b="1" i="1" dirty="0">
                <a:effectLst/>
                <a:latin typeface="Times New Roman" panose="02020603050405020304" pitchFamily="18" charset="0"/>
                <a:ea typeface="Times New Roman" panose="02020603050405020304" pitchFamily="18" charset="0"/>
              </a:rPr>
              <a:t>принциптері</a:t>
            </a:r>
            <a:endParaRPr lang="ru-KZ" sz="2400" b="1" dirty="0">
              <a:effectLst/>
              <a:latin typeface="Times New Roman" panose="02020603050405020304" pitchFamily="18" charset="0"/>
              <a:ea typeface="Times New Roman" panose="02020603050405020304" pitchFamily="18" charset="0"/>
            </a:endParaRPr>
          </a:p>
          <a:p>
            <a:pPr marL="342900" marR="306070" lvl="0" indent="-342900" algn="just">
              <a:buSzPts val="1400"/>
              <a:buFont typeface="Times New Roman" panose="02020603050405020304" pitchFamily="18" charset="0"/>
              <a:buAutoNum type="arabicPeriod"/>
              <a:tabLst>
                <a:tab pos="635635" algn="l"/>
              </a:tabLst>
            </a:pPr>
            <a:r>
              <a:rPr lang="kk-KZ" sz="2400" b="1" spc="-150" dirty="0">
                <a:effectLst/>
                <a:latin typeface="Times New Roman" panose="02020603050405020304" pitchFamily="18" charset="0"/>
                <a:ea typeface="Times New Roman" panose="02020603050405020304" pitchFamily="18" charset="0"/>
              </a:rPr>
              <a:t>Бағдарламалық басқару принципі </a:t>
            </a:r>
            <a:r>
              <a:rPr lang="kk-KZ" sz="2400" spc="-150" dirty="0">
                <a:effectLst/>
                <a:latin typeface="Times New Roman" panose="02020603050405020304" pitchFamily="18" charset="0"/>
                <a:ea typeface="Times New Roman" panose="02020603050405020304" pitchFamily="18" charset="0"/>
              </a:rPr>
              <a:t>компьютердегі есептеу процесстерін</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автоматтандыру істерін</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атқаруға</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негізделген.</a:t>
            </a:r>
            <a:r>
              <a:rPr lang="kk-KZ" sz="2400" spc="350"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Бұған</a:t>
            </a:r>
            <a:r>
              <a:rPr lang="kk-KZ" sz="2400" spc="350"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байланысты</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кез келген есепті шығару үшін соған сәйкес орындалатын компьютер</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командаларының</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тізбегін</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анықтайтын</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бағдарлама</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құрылады.</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Бағдарламалық басқару ісінің тиімділігі бастапқы мәліметтерді өзгерте</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отырып</a:t>
            </a:r>
            <a:r>
              <a:rPr lang="kk-KZ" sz="2400" spc="5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бір</a:t>
            </a:r>
            <a:r>
              <a:rPr lang="kk-KZ" sz="2400" spc="6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бағдарламаны</a:t>
            </a:r>
            <a:r>
              <a:rPr lang="kk-KZ" sz="2400" spc="70"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бірнеше</a:t>
            </a:r>
            <a:r>
              <a:rPr lang="kk-KZ" sz="2400" spc="60"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рет</a:t>
            </a:r>
            <a:r>
              <a:rPr lang="kk-KZ" sz="2400" spc="50"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қайталап</a:t>
            </a:r>
            <a:r>
              <a:rPr lang="kk-KZ" sz="2400" spc="70"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пайдаланған</a:t>
            </a:r>
            <a:r>
              <a:rPr lang="kk-KZ" sz="2400" spc="70"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сайын</a:t>
            </a:r>
            <a:r>
              <a:rPr lang="kk-KZ" sz="2400" spc="65" dirty="0">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арта </a:t>
            </a:r>
            <a:r>
              <a:rPr lang="kk-KZ" sz="2400" dirty="0">
                <a:effectLst/>
                <a:latin typeface="Times New Roman" panose="02020603050405020304" pitchFamily="18" charset="0"/>
                <a:ea typeface="Times New Roman" panose="02020603050405020304" pitchFamily="18" charset="0"/>
              </a:rPr>
              <a:t>түседі.</a:t>
            </a:r>
            <a:endParaRPr lang="ru-KZ" sz="2400" dirty="0">
              <a:effectLst/>
              <a:latin typeface="Times New Roman" panose="02020603050405020304" pitchFamily="18" charset="0"/>
              <a:ea typeface="Times New Roman" panose="02020603050405020304" pitchFamily="18" charset="0"/>
            </a:endParaRPr>
          </a:p>
          <a:p>
            <a:pPr marL="342900" marR="307975" lvl="0" indent="-342900" algn="just">
              <a:spcBef>
                <a:spcPts val="10"/>
              </a:spcBef>
              <a:spcAft>
                <a:spcPts val="0"/>
              </a:spcAft>
              <a:buSzPts val="1400"/>
              <a:buFont typeface="Times New Roman" panose="02020603050405020304" pitchFamily="18" charset="0"/>
              <a:buAutoNum type="arabicPeriod"/>
              <a:tabLst>
                <a:tab pos="570230" algn="l"/>
              </a:tabLst>
            </a:pPr>
            <a:r>
              <a:rPr lang="kk-KZ" sz="2400" b="1" spc="-150" dirty="0">
                <a:effectLst/>
                <a:latin typeface="Times New Roman" panose="02020603050405020304" pitchFamily="18" charset="0"/>
                <a:ea typeface="Times New Roman" panose="02020603050405020304" pitchFamily="18" charset="0"/>
              </a:rPr>
              <a:t>Бағдарламаны жедел жадта сақтау принципі </a:t>
            </a:r>
            <a:r>
              <a:rPr lang="kk-KZ" sz="2400" spc="-150" dirty="0">
                <a:effectLst/>
                <a:latin typeface="Times New Roman" panose="02020603050405020304" pitchFamily="18" charset="0"/>
                <a:ea typeface="Times New Roman" panose="02020603050405020304" pitchFamily="18" charset="0"/>
              </a:rPr>
              <a:t>бойынша бағдарлама</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командалары</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сандар</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секілді</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сақталып,</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сандар</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сияқты</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өңделеді.</a:t>
            </a:r>
            <a:r>
              <a:rPr lang="kk-KZ" sz="2400" spc="-33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Бағдарламаның орындалуын жеделдету үшін ол алдын ала компьютер</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жедел</a:t>
            </a:r>
            <a:r>
              <a:rPr lang="kk-KZ" sz="2400" spc="-1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жадына толық жүктелуі</a:t>
            </a:r>
            <a:r>
              <a:rPr lang="kk-KZ" sz="2400" spc="210"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тиіс.</a:t>
            </a:r>
            <a:endParaRPr lang="ru-KZ" sz="2400" spc="-150" dirty="0">
              <a:effectLst/>
              <a:latin typeface="Times New Roman" panose="02020603050405020304" pitchFamily="18" charset="0"/>
              <a:ea typeface="Times New Roman" panose="02020603050405020304" pitchFamily="18" charset="0"/>
            </a:endParaRPr>
          </a:p>
          <a:p>
            <a:pPr marL="342900" marR="308610" lvl="0" indent="-342900" algn="just">
              <a:buSzPts val="1400"/>
              <a:buFont typeface="Times New Roman" panose="02020603050405020304" pitchFamily="18" charset="0"/>
              <a:buAutoNum type="arabicPeriod"/>
              <a:tabLst>
                <a:tab pos="628015" algn="l"/>
              </a:tabLst>
            </a:pPr>
            <a:r>
              <a:rPr lang="kk-KZ" sz="2400" b="1" spc="-150" dirty="0">
                <a:effectLst/>
                <a:latin typeface="Times New Roman" panose="02020603050405020304" pitchFamily="18" charset="0"/>
                <a:ea typeface="Times New Roman" panose="02020603050405020304" pitchFamily="18" charset="0"/>
              </a:rPr>
              <a:t>Жедел</a:t>
            </a:r>
            <a:r>
              <a:rPr lang="kk-KZ" sz="2400" b="1" spc="5" dirty="0">
                <a:effectLst/>
                <a:latin typeface="Times New Roman" panose="02020603050405020304" pitchFamily="18" charset="0"/>
                <a:ea typeface="Times New Roman" panose="02020603050405020304" pitchFamily="18" charset="0"/>
              </a:rPr>
              <a:t> </a:t>
            </a:r>
            <a:r>
              <a:rPr lang="kk-KZ" sz="2400" b="1" spc="-150" dirty="0">
                <a:effectLst/>
                <a:latin typeface="Times New Roman" panose="02020603050405020304" pitchFamily="18" charset="0"/>
                <a:ea typeface="Times New Roman" panose="02020603050405020304" pitchFamily="18" charset="0"/>
              </a:rPr>
              <a:t>жадындағы</a:t>
            </a:r>
            <a:r>
              <a:rPr lang="kk-KZ" sz="2400" b="1" spc="5" dirty="0">
                <a:effectLst/>
                <a:latin typeface="Times New Roman" panose="02020603050405020304" pitchFamily="18" charset="0"/>
                <a:ea typeface="Times New Roman" panose="02020603050405020304" pitchFamily="18" charset="0"/>
              </a:rPr>
              <a:t> </a:t>
            </a:r>
            <a:r>
              <a:rPr lang="kk-KZ" sz="2400" b="1" spc="-150" dirty="0">
                <a:effectLst/>
                <a:latin typeface="Times New Roman" panose="02020603050405020304" pitchFamily="18" charset="0"/>
                <a:ea typeface="Times New Roman" panose="02020603050405020304" pitchFamily="18" charset="0"/>
              </a:rPr>
              <a:t>мәліметтерді</a:t>
            </a:r>
            <a:r>
              <a:rPr lang="kk-KZ" sz="2400" b="1" spc="5" dirty="0">
                <a:effectLst/>
                <a:latin typeface="Times New Roman" panose="02020603050405020304" pitchFamily="18" charset="0"/>
                <a:ea typeface="Times New Roman" panose="02020603050405020304" pitchFamily="18" charset="0"/>
              </a:rPr>
              <a:t> </a:t>
            </a:r>
            <a:r>
              <a:rPr lang="kk-KZ" sz="2400" b="1" spc="-150" dirty="0">
                <a:effectLst/>
                <a:latin typeface="Times New Roman" panose="02020603050405020304" pitchFamily="18" charset="0"/>
                <a:ea typeface="Times New Roman" panose="02020603050405020304" pitchFamily="18" charset="0"/>
              </a:rPr>
              <a:t>кез</a:t>
            </a:r>
            <a:r>
              <a:rPr lang="kk-KZ" sz="2400" b="1" spc="5" dirty="0">
                <a:effectLst/>
                <a:latin typeface="Times New Roman" panose="02020603050405020304" pitchFamily="18" charset="0"/>
                <a:ea typeface="Times New Roman" panose="02020603050405020304" pitchFamily="18" charset="0"/>
              </a:rPr>
              <a:t> </a:t>
            </a:r>
            <a:r>
              <a:rPr lang="kk-KZ" sz="2400" b="1" spc="-150" dirty="0">
                <a:effectLst/>
                <a:latin typeface="Times New Roman" panose="02020603050405020304" pitchFamily="18" charset="0"/>
                <a:ea typeface="Times New Roman" panose="02020603050405020304" pitchFamily="18" charset="0"/>
              </a:rPr>
              <a:t>келген</a:t>
            </a:r>
            <a:r>
              <a:rPr lang="kk-KZ" sz="2400" b="1" spc="5" dirty="0">
                <a:effectLst/>
                <a:latin typeface="Times New Roman" panose="02020603050405020304" pitchFamily="18" charset="0"/>
                <a:ea typeface="Times New Roman" panose="02020603050405020304" pitchFamily="18" charset="0"/>
              </a:rPr>
              <a:t> </a:t>
            </a:r>
            <a:r>
              <a:rPr lang="kk-KZ" sz="2400" b="1" spc="-150" dirty="0">
                <a:effectLst/>
                <a:latin typeface="Times New Roman" panose="02020603050405020304" pitchFamily="18" charset="0"/>
                <a:ea typeface="Times New Roman" panose="02020603050405020304" pitchFamily="18" charset="0"/>
              </a:rPr>
              <a:t>тәртіппен</a:t>
            </a:r>
            <a:r>
              <a:rPr lang="kk-KZ" sz="2400" b="1" spc="5" dirty="0">
                <a:effectLst/>
                <a:latin typeface="Times New Roman" panose="02020603050405020304" pitchFamily="18" charset="0"/>
                <a:ea typeface="Times New Roman" panose="02020603050405020304" pitchFamily="18" charset="0"/>
              </a:rPr>
              <a:t> </a:t>
            </a:r>
            <a:r>
              <a:rPr lang="kk-KZ" sz="2400" b="1" spc="-150" dirty="0">
                <a:effectLst/>
                <a:latin typeface="Times New Roman" panose="02020603050405020304" pitchFamily="18" charset="0"/>
                <a:ea typeface="Times New Roman" panose="02020603050405020304" pitchFamily="18" charset="0"/>
              </a:rPr>
              <a:t>алу</a:t>
            </a:r>
            <a:r>
              <a:rPr lang="kk-KZ" sz="2400" b="1"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(произвольный доступ к памяти) принципі бойынша бағдарламалар мән</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мәліметтер жедел жадының кез келген жеріне жазыла береді, кейіннен</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оны</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берілген</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адресімен</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басқа</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мәліметтерді</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қарамастан</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тауып</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алуға</a:t>
            </a:r>
            <a:r>
              <a:rPr lang="kk-KZ" sz="2400" spc="5" dirty="0">
                <a:effectLst/>
                <a:latin typeface="Times New Roman" panose="02020603050405020304" pitchFamily="18" charset="0"/>
                <a:ea typeface="Times New Roman" panose="02020603050405020304" pitchFamily="18" charset="0"/>
              </a:rPr>
              <a:t> </a:t>
            </a:r>
            <a:r>
              <a:rPr lang="kk-KZ" sz="2400" spc="-150" dirty="0">
                <a:effectLst/>
                <a:latin typeface="Times New Roman" panose="02020603050405020304" pitchFamily="18" charset="0"/>
                <a:ea typeface="Times New Roman" panose="02020603050405020304" pitchFamily="18" charset="0"/>
              </a:rPr>
              <a:t>болады.</a:t>
            </a:r>
            <a:endParaRPr lang="ru-KZ" sz="2400" spc="-15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90590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88468BB8-AD40-B6D4-88D9-5FA269911492}"/>
              </a:ext>
            </a:extLst>
          </p:cNvPr>
          <p:cNvSpPr txBox="1"/>
          <p:nvPr/>
        </p:nvSpPr>
        <p:spPr>
          <a:xfrm>
            <a:off x="1210235" y="428653"/>
            <a:ext cx="9771530" cy="5539978"/>
          </a:xfrm>
          <a:prstGeom prst="rect">
            <a:avLst/>
          </a:prstGeom>
          <a:noFill/>
        </p:spPr>
        <p:txBody>
          <a:bodyPr wrap="square">
            <a:spAutoFit/>
          </a:bodyPr>
          <a:lstStyle/>
          <a:p>
            <a:pPr lvl="1" algn="just">
              <a:buSzPts val="1400"/>
              <a:tabLst>
                <a:tab pos="707390" algn="l"/>
              </a:tabLst>
            </a:pPr>
            <a:r>
              <a:rPr lang="kk-KZ" sz="2800" b="1" kern="0" dirty="0">
                <a:latin typeface="Times New Roman" panose="02020603050405020304" pitchFamily="18" charset="0"/>
                <a:ea typeface="Times New Roman" panose="02020603050405020304" pitchFamily="18" charset="0"/>
              </a:rPr>
              <a:t>3. </a:t>
            </a:r>
            <a:r>
              <a:rPr lang="kk-KZ" sz="2800" b="1" kern="0" dirty="0">
                <a:effectLst/>
                <a:latin typeface="Times New Roman" panose="02020603050405020304" pitchFamily="18" charset="0"/>
                <a:ea typeface="Times New Roman" panose="02020603050405020304" pitchFamily="18" charset="0"/>
              </a:rPr>
              <a:t>Компьютерлік</a:t>
            </a:r>
            <a:r>
              <a:rPr lang="kk-KZ" sz="2800" b="1" kern="0" spc="-25" dirty="0">
                <a:effectLst/>
                <a:latin typeface="Times New Roman" panose="02020603050405020304" pitchFamily="18" charset="0"/>
                <a:ea typeface="Times New Roman" panose="02020603050405020304" pitchFamily="18" charset="0"/>
              </a:rPr>
              <a:t> </a:t>
            </a:r>
            <a:r>
              <a:rPr lang="kk-KZ" sz="2800" b="1" kern="0" dirty="0">
                <a:effectLst/>
                <a:latin typeface="Times New Roman" panose="02020603050405020304" pitchFamily="18" charset="0"/>
                <a:ea typeface="Times New Roman" panose="02020603050405020304" pitchFamily="18" charset="0"/>
              </a:rPr>
              <a:t>жүйелерді</a:t>
            </a:r>
            <a:r>
              <a:rPr lang="kk-KZ" sz="2800" b="1" kern="0" spc="-15" dirty="0">
                <a:effectLst/>
                <a:latin typeface="Times New Roman" panose="02020603050405020304" pitchFamily="18" charset="0"/>
                <a:ea typeface="Times New Roman" panose="02020603050405020304" pitchFamily="18" charset="0"/>
              </a:rPr>
              <a:t> </a:t>
            </a:r>
            <a:r>
              <a:rPr lang="kk-KZ" sz="2800" b="1" kern="0" dirty="0">
                <a:effectLst/>
                <a:latin typeface="Times New Roman" panose="02020603050405020304" pitchFamily="18" charset="0"/>
                <a:ea typeface="Times New Roman" panose="02020603050405020304" pitchFamily="18" charset="0"/>
              </a:rPr>
              <a:t>қолдану</a:t>
            </a:r>
            <a:endParaRPr lang="ru-KZ" sz="2800" b="1" kern="0" dirty="0">
              <a:effectLst/>
              <a:latin typeface="Times New Roman" panose="02020603050405020304" pitchFamily="18" charset="0"/>
              <a:ea typeface="Times New Roman" panose="02020603050405020304" pitchFamily="18" charset="0"/>
            </a:endParaRPr>
          </a:p>
          <a:p>
            <a:pPr marL="372745" indent="251460" algn="just"/>
            <a:r>
              <a:rPr lang="kk-KZ" sz="2800" dirty="0">
                <a:effectLst/>
                <a:latin typeface="Times New Roman" panose="02020603050405020304" pitchFamily="18" charset="0"/>
                <a:ea typeface="Times New Roman" panose="02020603050405020304" pitchFamily="18" charset="0"/>
              </a:rPr>
              <a:t>Қазіргі кезде компьютерлер түрлері сан</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алуан, оларды жұмысына қарай, қуаттылығына байланысты, элементтік</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базасының</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түрлеріне</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сәйкес</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топтарға жіктеу қалыптасқан.</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Кез келген</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жіктеу тәсілі шартты түрде ғана жасалады. </a:t>
            </a:r>
          </a:p>
          <a:p>
            <a:pPr marL="372745" indent="251460" algn="just"/>
            <a:endParaRPr lang="kk-KZ" sz="2800" dirty="0">
              <a:latin typeface="Times New Roman" panose="02020603050405020304" pitchFamily="18" charset="0"/>
              <a:ea typeface="Times New Roman" panose="02020603050405020304" pitchFamily="18" charset="0"/>
            </a:endParaRPr>
          </a:p>
          <a:p>
            <a:pPr marL="372745" indent="251460" algn="just"/>
            <a:r>
              <a:rPr lang="kk-KZ" sz="2800" b="1" dirty="0">
                <a:latin typeface="Times New Roman" panose="02020603050405020304" pitchFamily="18" charset="0"/>
                <a:ea typeface="Times New Roman" panose="02020603050405020304" pitchFamily="18" charset="0"/>
              </a:rPr>
              <a:t>Атқаратын</a:t>
            </a:r>
            <a:r>
              <a:rPr lang="kk-KZ" sz="2800" b="1" spc="-15" dirty="0">
                <a:latin typeface="Times New Roman" panose="02020603050405020304" pitchFamily="18" charset="0"/>
                <a:ea typeface="Times New Roman" panose="02020603050405020304" pitchFamily="18" charset="0"/>
              </a:rPr>
              <a:t> </a:t>
            </a:r>
            <a:r>
              <a:rPr lang="kk-KZ" sz="2800" b="1" dirty="0">
                <a:latin typeface="Times New Roman" panose="02020603050405020304" pitchFamily="18" charset="0"/>
                <a:ea typeface="Times New Roman" panose="02020603050405020304" pitchFamily="18" charset="0"/>
              </a:rPr>
              <a:t>қызметіне</a:t>
            </a:r>
            <a:r>
              <a:rPr lang="kk-KZ" sz="2800" b="1" spc="-10" dirty="0">
                <a:latin typeface="Times New Roman" panose="02020603050405020304" pitchFamily="18" charset="0"/>
                <a:ea typeface="Times New Roman" panose="02020603050405020304" pitchFamily="18" charset="0"/>
              </a:rPr>
              <a:t> </a:t>
            </a:r>
            <a:r>
              <a:rPr lang="kk-KZ" sz="2800" b="1" dirty="0">
                <a:latin typeface="Times New Roman" panose="02020603050405020304" pitchFamily="18" charset="0"/>
                <a:ea typeface="Times New Roman" panose="02020603050405020304" pitchFamily="18" charset="0"/>
              </a:rPr>
              <a:t>қарай</a:t>
            </a:r>
            <a:r>
              <a:rPr lang="kk-KZ" sz="2800" b="1" spc="-10" dirty="0">
                <a:latin typeface="Times New Roman" panose="02020603050405020304" pitchFamily="18" charset="0"/>
                <a:ea typeface="Times New Roman" panose="02020603050405020304" pitchFamily="18" charset="0"/>
              </a:rPr>
              <a:t> </a:t>
            </a:r>
            <a:r>
              <a:rPr lang="kk-KZ" sz="2800" b="1" dirty="0">
                <a:latin typeface="Times New Roman" panose="02020603050405020304" pitchFamily="18" charset="0"/>
                <a:ea typeface="Times New Roman" panose="02020603050405020304" pitchFamily="18" charset="0"/>
              </a:rPr>
              <a:t>жіктеу</a:t>
            </a:r>
          </a:p>
          <a:p>
            <a:pPr marL="372745" indent="251460" algn="just"/>
            <a:endParaRPr lang="ru-KZ" sz="2800" b="1" dirty="0">
              <a:latin typeface="Times New Roman" panose="02020603050405020304" pitchFamily="18" charset="0"/>
              <a:ea typeface="Times New Roman" panose="02020603050405020304" pitchFamily="18" charset="0"/>
            </a:endParaRPr>
          </a:p>
          <a:p>
            <a:pPr marL="457200" lvl="0" indent="-457200" algn="just">
              <a:buFont typeface="Wingdings" panose="05000000000000000000" pitchFamily="2" charset="2"/>
              <a:buChar char="Ø"/>
              <a:tabLst>
                <a:tab pos="571500" algn="l"/>
              </a:tabLst>
            </a:pPr>
            <a:r>
              <a:rPr lang="kk-KZ" sz="2800" dirty="0">
                <a:latin typeface="Times New Roman" panose="02020603050405020304" pitchFamily="18" charset="0"/>
                <a:ea typeface="Times New Roman" panose="02020603050405020304" pitchFamily="18" charset="0"/>
              </a:rPr>
              <a:t>үлкен</a:t>
            </a:r>
            <a:r>
              <a:rPr lang="kk-KZ" sz="2800" spc="-10"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электрондық</a:t>
            </a:r>
            <a:r>
              <a:rPr lang="kk-KZ" sz="2800" spc="-20"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есептеу</a:t>
            </a:r>
            <a:r>
              <a:rPr lang="kk-KZ" sz="2800" spc="-25"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машиналары</a:t>
            </a:r>
            <a:r>
              <a:rPr lang="kk-KZ" sz="2800" spc="-5"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(ЭЕМ);</a:t>
            </a:r>
            <a:endParaRPr lang="ru-KZ" sz="2800" dirty="0">
              <a:latin typeface="Times New Roman" panose="02020603050405020304" pitchFamily="18" charset="0"/>
              <a:ea typeface="Times New Roman" panose="02020603050405020304" pitchFamily="18" charset="0"/>
            </a:endParaRPr>
          </a:p>
          <a:p>
            <a:pPr marL="457200" lvl="0" indent="-457200" algn="just">
              <a:buFont typeface="Wingdings" panose="05000000000000000000" pitchFamily="2" charset="2"/>
              <a:buChar char="Ø"/>
              <a:tabLst>
                <a:tab pos="571500" algn="l"/>
              </a:tabLst>
            </a:pPr>
            <a:r>
              <a:rPr lang="kk-KZ" sz="2800" dirty="0">
                <a:latin typeface="Times New Roman" panose="02020603050405020304" pitchFamily="18" charset="0"/>
                <a:ea typeface="Times New Roman" panose="02020603050405020304" pitchFamily="18" charset="0"/>
              </a:rPr>
              <a:t>мини</a:t>
            </a:r>
            <a:r>
              <a:rPr lang="kk-KZ" sz="2800" spc="-10"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ЭЕМ;</a:t>
            </a:r>
            <a:endParaRPr lang="ru-KZ" sz="2800" dirty="0">
              <a:latin typeface="Times New Roman" panose="02020603050405020304" pitchFamily="18" charset="0"/>
              <a:ea typeface="Times New Roman" panose="02020603050405020304" pitchFamily="18" charset="0"/>
            </a:endParaRPr>
          </a:p>
          <a:p>
            <a:pPr marL="457200" lvl="0" indent="-457200" algn="just">
              <a:buFont typeface="Wingdings" panose="05000000000000000000" pitchFamily="2" charset="2"/>
              <a:buChar char="Ø"/>
              <a:tabLst>
                <a:tab pos="571500" algn="l"/>
              </a:tabLst>
            </a:pPr>
            <a:r>
              <a:rPr lang="kk-KZ" sz="2800" dirty="0">
                <a:latin typeface="Times New Roman" panose="02020603050405020304" pitchFamily="18" charset="0"/>
                <a:ea typeface="Times New Roman" panose="02020603050405020304" pitchFamily="18" charset="0"/>
              </a:rPr>
              <a:t>микро</a:t>
            </a:r>
            <a:r>
              <a:rPr lang="kk-KZ" sz="2800" spc="-10"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ЭЕМ;</a:t>
            </a:r>
            <a:endParaRPr lang="ru-KZ" sz="2800" dirty="0">
              <a:latin typeface="Times New Roman" panose="02020603050405020304" pitchFamily="18" charset="0"/>
              <a:ea typeface="Times New Roman" panose="02020603050405020304" pitchFamily="18" charset="0"/>
            </a:endParaRPr>
          </a:p>
          <a:p>
            <a:pPr marL="457200" lvl="0" indent="-457200" algn="just">
              <a:buFont typeface="Wingdings" panose="05000000000000000000" pitchFamily="2" charset="2"/>
              <a:buChar char="Ø"/>
              <a:tabLst>
                <a:tab pos="571500" algn="l"/>
              </a:tabLst>
            </a:pPr>
            <a:r>
              <a:rPr lang="kk-KZ" sz="2800" dirty="0">
                <a:latin typeface="Times New Roman" panose="02020603050405020304" pitchFamily="18" charset="0"/>
                <a:ea typeface="Times New Roman" panose="02020603050405020304" pitchFamily="18" charset="0"/>
              </a:rPr>
              <a:t>дербес</a:t>
            </a:r>
            <a:r>
              <a:rPr lang="kk-KZ" sz="2800" spc="260" dirty="0">
                <a:latin typeface="Times New Roman" panose="02020603050405020304" pitchFamily="18" charset="0"/>
                <a:ea typeface="Times New Roman" panose="02020603050405020304" pitchFamily="18" charset="0"/>
              </a:rPr>
              <a:t> </a:t>
            </a:r>
            <a:r>
              <a:rPr lang="kk-KZ" sz="2800" dirty="0">
                <a:latin typeface="Times New Roman" panose="02020603050405020304" pitchFamily="18" charset="0"/>
                <a:ea typeface="Times New Roman" panose="02020603050405020304" pitchFamily="18" charset="0"/>
              </a:rPr>
              <a:t>компьютерлер.</a:t>
            </a:r>
            <a:endParaRPr lang="ru-KZ" sz="2800" dirty="0">
              <a:latin typeface="Times New Roman" panose="02020603050405020304" pitchFamily="18" charset="0"/>
              <a:ea typeface="Times New Roman" panose="02020603050405020304" pitchFamily="18" charset="0"/>
            </a:endParaRPr>
          </a:p>
          <a:p>
            <a:endParaRPr lang="ru-KZ" dirty="0"/>
          </a:p>
        </p:txBody>
      </p:sp>
    </p:spTree>
    <p:extLst>
      <p:ext uri="{BB962C8B-B14F-4D97-AF65-F5344CB8AC3E}">
        <p14:creationId xmlns:p14="http://schemas.microsoft.com/office/powerpoint/2010/main" val="1212411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50C021AE-8296-D216-C09F-09E785E322E3}"/>
              </a:ext>
            </a:extLst>
          </p:cNvPr>
          <p:cNvSpPr txBox="1"/>
          <p:nvPr/>
        </p:nvSpPr>
        <p:spPr>
          <a:xfrm>
            <a:off x="619760" y="206740"/>
            <a:ext cx="11338560" cy="6286336"/>
          </a:xfrm>
          <a:prstGeom prst="rect">
            <a:avLst/>
          </a:prstGeom>
          <a:noFill/>
        </p:spPr>
        <p:txBody>
          <a:bodyPr wrap="square">
            <a:spAutoFit/>
          </a:bodyPr>
          <a:lstStyle/>
          <a:p>
            <a:pPr marL="121285" marR="309880" indent="251460" algn="just"/>
            <a:r>
              <a:rPr lang="kk-KZ" sz="2000" b="1" i="1" dirty="0">
                <a:effectLst/>
                <a:latin typeface="Times New Roman" panose="02020603050405020304" pitchFamily="18" charset="0"/>
                <a:ea typeface="Times New Roman" panose="02020603050405020304" pitchFamily="18" charset="0"/>
              </a:rPr>
              <a:t>Үлкен ЭЕМ-дер (Main Frame) </a:t>
            </a:r>
            <a:r>
              <a:rPr lang="kk-KZ" sz="2000" dirty="0">
                <a:effectLst/>
                <a:latin typeface="Times New Roman" panose="02020603050405020304" pitchFamily="18" charset="0"/>
                <a:ea typeface="Times New Roman" panose="02020603050405020304" pitchFamily="18" charset="0"/>
              </a:rPr>
              <a:t>халық шаруашылығының ірілендірілген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аймақтарында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қолданылады.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Олар</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64-разрядты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параллель</a:t>
            </a:r>
            <a:r>
              <a:rPr lang="kk-KZ" sz="2000" spc="35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жұмыс</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істейтін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процессорлармен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(100</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процессорға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дейін)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жабдықталады,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процессорлардың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біріктірілген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жылдамдығы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секундына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ондаған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миллиард операцияларға дейін болады, бұларда көптеген тұтынушылар</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қатар</a:t>
            </a:r>
            <a:r>
              <a:rPr lang="kk-KZ" sz="2000" spc="20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жұмыс</a:t>
            </a:r>
            <a:r>
              <a:rPr lang="kk-KZ" sz="2000" spc="19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істей</a:t>
            </a:r>
            <a:r>
              <a:rPr lang="kk-KZ" sz="2000" spc="19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береді,</a:t>
            </a:r>
            <a:r>
              <a:rPr lang="kk-KZ" sz="2000" spc="19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Үлкен</a:t>
            </a:r>
            <a:r>
              <a:rPr lang="kk-KZ" sz="2000" spc="20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компьютерлер</a:t>
            </a:r>
            <a:r>
              <a:rPr lang="kk-KZ" sz="2000" spc="20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шығаруда</a:t>
            </a:r>
            <a:r>
              <a:rPr lang="kk-KZ" sz="2000" spc="18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IBM</a:t>
            </a:r>
            <a:r>
              <a:rPr lang="kk-KZ" sz="2000" spc="19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(АҚШ)</a:t>
            </a:r>
            <a:endParaRPr lang="ru-KZ" sz="2000" dirty="0">
              <a:effectLst/>
              <a:latin typeface="Times New Roman" panose="02020603050405020304" pitchFamily="18" charset="0"/>
              <a:ea typeface="Times New Roman" panose="02020603050405020304" pitchFamily="18" charset="0"/>
            </a:endParaRPr>
          </a:p>
          <a:p>
            <a:pPr marL="121285" marR="307340" indent="251460" algn="just">
              <a:spcBef>
                <a:spcPts val="335"/>
              </a:spcBef>
              <a:spcAft>
                <a:spcPts val="0"/>
              </a:spcAft>
            </a:pPr>
            <a:r>
              <a:rPr lang="kk-KZ" sz="2000" dirty="0">
                <a:effectLst/>
                <a:latin typeface="Times New Roman" panose="02020603050405020304" pitchFamily="18" charset="0"/>
                <a:ea typeface="Times New Roman" panose="02020603050405020304" pitchFamily="18" charset="0"/>
              </a:rPr>
              <a:t/>
            </a:r>
            <a:br>
              <a:rPr lang="kk-KZ" sz="2000" dirty="0">
                <a:effectLst/>
                <a:latin typeface="Times New Roman" panose="02020603050405020304" pitchFamily="18" charset="0"/>
                <a:ea typeface="Times New Roman" panose="02020603050405020304" pitchFamily="18" charset="0"/>
              </a:rPr>
            </a:br>
            <a:r>
              <a:rPr lang="kk-KZ" sz="2000" dirty="0">
                <a:effectLst/>
                <a:latin typeface="Times New Roman" panose="02020603050405020304" pitchFamily="18" charset="0"/>
                <a:ea typeface="Times New Roman" panose="02020603050405020304" pitchFamily="18" charset="0"/>
              </a:rPr>
              <a:t>фирмасы алда келеді, олар шығарған супер ЭЕМ-дердің танымал болған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модельдеріне мыналар жатады: IBM 360, IBM 370, IBM ES/9000, Cray 3,</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Cray</a:t>
            </a:r>
            <a:r>
              <a:rPr lang="kk-KZ" sz="2000" spc="-2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4, VAX-100,</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Hitachi,</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Fujitsu</a:t>
            </a:r>
            <a:r>
              <a:rPr lang="kk-KZ" sz="2000" spc="27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VP2000.</a:t>
            </a:r>
            <a:endParaRPr lang="ru-KZ" sz="2000" dirty="0">
              <a:effectLst/>
              <a:latin typeface="Times New Roman" panose="02020603050405020304" pitchFamily="18" charset="0"/>
              <a:ea typeface="Times New Roman" panose="02020603050405020304" pitchFamily="18" charset="0"/>
            </a:endParaRPr>
          </a:p>
          <a:p>
            <a:pPr marL="121285" marR="309245" indent="251460" algn="just">
              <a:spcBef>
                <a:spcPts val="10"/>
              </a:spcBef>
              <a:spcAft>
                <a:spcPts val="0"/>
              </a:spcAft>
            </a:pPr>
            <a:r>
              <a:rPr lang="kk-KZ" sz="2000" b="1" i="1" dirty="0">
                <a:effectLst/>
                <a:latin typeface="Times New Roman" panose="02020603050405020304" pitchFamily="18" charset="0"/>
                <a:ea typeface="Times New Roman" panose="02020603050405020304" pitchFamily="18" charset="0"/>
              </a:rPr>
              <a:t>Мини ЭЕМ-дер </a:t>
            </a:r>
            <a:r>
              <a:rPr lang="kk-KZ" sz="2000" dirty="0">
                <a:effectLst/>
                <a:latin typeface="Times New Roman" panose="02020603050405020304" pitchFamily="18" charset="0"/>
                <a:ea typeface="Times New Roman" panose="02020603050405020304" pitchFamily="18" charset="0"/>
              </a:rPr>
              <a:t>жоғарыда айтылған үлкен ЭЕМ-дерге ұқсайды, бірақ</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шағындау болады. Ірі ұйымдарда, ғылыми мекемелерде қолданылады.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Көбінесе</a:t>
            </a:r>
            <a:r>
              <a:rPr lang="kk-KZ" sz="2000" spc="-2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өндірістік</a:t>
            </a:r>
            <a:r>
              <a:rPr lang="kk-KZ" sz="2000" spc="-2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процестерді басқару</a:t>
            </a:r>
            <a:r>
              <a:rPr lang="kk-KZ" sz="2000" spc="-2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мақсатында</a:t>
            </a:r>
            <a:r>
              <a:rPr lang="kk-KZ" sz="2000" spc="24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пайдаланады.</a:t>
            </a:r>
            <a:endParaRPr lang="ru-KZ" sz="2000" dirty="0">
              <a:effectLst/>
              <a:latin typeface="Times New Roman" panose="02020603050405020304" pitchFamily="18" charset="0"/>
              <a:ea typeface="Times New Roman" panose="02020603050405020304" pitchFamily="18" charset="0"/>
            </a:endParaRPr>
          </a:p>
          <a:p>
            <a:pPr marL="121285" marR="307340" indent="251460" algn="just"/>
            <a:r>
              <a:rPr lang="kk-KZ" sz="2000" b="1" i="1" dirty="0">
                <a:effectLst/>
                <a:latin typeface="Times New Roman" panose="02020603050405020304" pitchFamily="18" charset="0"/>
                <a:ea typeface="Times New Roman" panose="02020603050405020304" pitchFamily="18" charset="0"/>
              </a:rPr>
              <a:t>Микро</a:t>
            </a:r>
            <a:r>
              <a:rPr lang="kk-KZ" sz="2000" b="1" i="1" spc="5" dirty="0">
                <a:effectLst/>
                <a:latin typeface="Times New Roman" panose="02020603050405020304" pitchFamily="18" charset="0"/>
                <a:ea typeface="Times New Roman" panose="02020603050405020304" pitchFamily="18" charset="0"/>
              </a:rPr>
              <a:t> </a:t>
            </a:r>
            <a:r>
              <a:rPr lang="kk-KZ" sz="2000" b="1" i="1" dirty="0">
                <a:effectLst/>
                <a:latin typeface="Times New Roman" panose="02020603050405020304" pitchFamily="18" charset="0"/>
                <a:ea typeface="Times New Roman" panose="02020603050405020304" pitchFamily="18" charset="0"/>
              </a:rPr>
              <a:t>ЭЕМ-дер</a:t>
            </a:r>
            <a:r>
              <a:rPr lang="kk-KZ" sz="2000" b="1" i="1"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Көптеген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мекемелерде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болады,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бұлардың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жұмыс</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істеуі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үшін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құрамында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Бағдарламалаушы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мамандары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бар</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шағын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лабораториялар</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жеткілікті.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Керекті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жүйелік</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бағдарламаларды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микро</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ЭЕМ-мен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бірге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сатып</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алу</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қажет,</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ал</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қолданбалы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прогаммаларды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дайындауда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есептеу</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орталықтарымен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байланыс</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орнатылып,</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соларға</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тапсырма</a:t>
            </a:r>
            <a:r>
              <a:rPr lang="kk-KZ" sz="2000" spc="24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беріледі.</a:t>
            </a:r>
          </a:p>
          <a:p>
            <a:pPr marL="121285" marR="307340" indent="251460" algn="just"/>
            <a:r>
              <a:rPr lang="kk-KZ" sz="2000" b="1" i="1" dirty="0">
                <a:effectLst/>
                <a:latin typeface="Times New Roman" panose="02020603050405020304" pitchFamily="18" charset="0"/>
                <a:ea typeface="Times New Roman" panose="02020603050405020304" pitchFamily="18" charset="0"/>
              </a:rPr>
              <a:t>Дербес</a:t>
            </a:r>
            <a:r>
              <a:rPr lang="kk-KZ" sz="2000" b="1" i="1" spc="5" dirty="0">
                <a:effectLst/>
                <a:latin typeface="Times New Roman" panose="02020603050405020304" pitchFamily="18" charset="0"/>
                <a:ea typeface="Times New Roman" panose="02020603050405020304" pitchFamily="18" charset="0"/>
              </a:rPr>
              <a:t> </a:t>
            </a:r>
            <a:r>
              <a:rPr lang="kk-KZ" sz="2000" b="1" i="1" dirty="0">
                <a:effectLst/>
                <a:latin typeface="Times New Roman" panose="02020603050405020304" pitchFamily="18" charset="0"/>
                <a:ea typeface="Times New Roman" panose="02020603050405020304" pitchFamily="18" charset="0"/>
              </a:rPr>
              <a:t>компьютерлер</a:t>
            </a:r>
            <a:r>
              <a:rPr lang="kk-KZ" sz="2000" b="1" i="1"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соңғы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кезде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кең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таралып</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кетті.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Бұлар</a:t>
            </a:r>
            <a:r>
              <a:rPr lang="kk-KZ" sz="2000" spc="35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бір</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жұмыс орнында ғана пайдаланылады. Интернет жүйесінің қолданылуына</a:t>
            </a:r>
            <a:r>
              <a:rPr lang="kk-KZ" sz="2000" spc="-33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байланысты ДК-лер көптеп шығарылып жатыр. Бұлар ғылымда, білім</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алуда, ойындарда жиі қолданылып келеді. Дербес компьтерлерді шартты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түрде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мамандандырылған</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және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тұрмыстық</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деп</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екіге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бөлуге</a:t>
            </a:r>
            <a:r>
              <a:rPr lang="kk-KZ" sz="2000" spc="35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болады,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бірақ</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олардың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бағасының</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түсуіне</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байланысты</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бұл</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екі</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топ</a:t>
            </a:r>
            <a:r>
              <a:rPr lang="kk-KZ" sz="2000" spc="350"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араласып</a:t>
            </a:r>
            <a:r>
              <a:rPr lang="kk-KZ" sz="2000" spc="5" dirty="0">
                <a:effectLst/>
                <a:latin typeface="Times New Roman" panose="02020603050405020304" pitchFamily="18" charset="0"/>
                <a:ea typeface="Times New Roman" panose="02020603050405020304" pitchFamily="18" charset="0"/>
              </a:rPr>
              <a:t> </a:t>
            </a:r>
            <a:r>
              <a:rPr lang="kk-KZ" sz="2000" dirty="0">
                <a:effectLst/>
                <a:latin typeface="Times New Roman" panose="02020603050405020304" pitchFamily="18" charset="0"/>
                <a:ea typeface="Times New Roman" panose="02020603050405020304" pitchFamily="18" charset="0"/>
              </a:rPr>
              <a:t>кетті.</a:t>
            </a:r>
            <a:r>
              <a:rPr lang="kk-KZ" sz="2000" spc="5" dirty="0">
                <a:effectLst/>
                <a:latin typeface="Times New Roman" panose="02020603050405020304" pitchFamily="18" charset="0"/>
                <a:ea typeface="Times New Roman" panose="02020603050405020304" pitchFamily="18" charset="0"/>
              </a:rPr>
              <a:t> </a:t>
            </a:r>
            <a:endParaRPr lang="ru-KZ"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12240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9BE93300-AEBB-C020-6DA1-687F41E8DB4F}"/>
              </a:ext>
            </a:extLst>
          </p:cNvPr>
          <p:cNvSpPr txBox="1"/>
          <p:nvPr/>
        </p:nvSpPr>
        <p:spPr>
          <a:xfrm>
            <a:off x="904240" y="745355"/>
            <a:ext cx="11181380" cy="3845216"/>
          </a:xfrm>
          <a:prstGeom prst="rect">
            <a:avLst/>
          </a:prstGeom>
          <a:noFill/>
        </p:spPr>
        <p:txBody>
          <a:bodyPr wrap="square">
            <a:spAutoFit/>
          </a:bodyPr>
          <a:lstStyle/>
          <a:p>
            <a:pPr marL="121285" marR="307975" indent="251460" algn="just"/>
            <a:r>
              <a:rPr lang="kk-KZ" sz="2400" b="1" dirty="0">
                <a:effectLst/>
                <a:latin typeface="Times New Roman" panose="02020603050405020304" pitchFamily="18" charset="0"/>
                <a:ea typeface="Times New Roman" panose="02020603050405020304" pitchFamily="18" charset="0"/>
              </a:rPr>
              <a:t>1999</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жылдан</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бастап</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дербес</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компьтерлерге</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халықаралық</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сертификациялық</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стандарт</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РС99</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спецификациясы</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енгізілді,</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осы</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стандарт</a:t>
            </a:r>
            <a:r>
              <a:rPr lang="kk-KZ" sz="2400" b="1" spc="-1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бойынша</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дербес</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компьтерлер</a:t>
            </a:r>
            <a:r>
              <a:rPr lang="kk-KZ" sz="2400" b="1" spc="-20"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мынадай топтарға</a:t>
            </a:r>
            <a:r>
              <a:rPr lang="kk-KZ" sz="2400" b="1" spc="-60"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жіктеледі</a:t>
            </a:r>
            <a:r>
              <a:rPr lang="kk-KZ" sz="2400" dirty="0">
                <a:effectLst/>
                <a:latin typeface="Times New Roman" panose="02020603050405020304" pitchFamily="18" charset="0"/>
                <a:ea typeface="Times New Roman" panose="02020603050405020304" pitchFamily="18" charset="0"/>
              </a:rPr>
              <a:t>:</a:t>
            </a:r>
          </a:p>
          <a:p>
            <a:pPr marL="121285" marR="307975" indent="251460" algn="just"/>
            <a:endParaRPr lang="ru-KZ" sz="2400" dirty="0">
              <a:effectLst/>
              <a:latin typeface="Times New Roman" panose="02020603050405020304" pitchFamily="18" charset="0"/>
              <a:ea typeface="Times New Roman" panose="02020603050405020304" pitchFamily="18" charset="0"/>
            </a:endParaRPr>
          </a:p>
          <a:p>
            <a:pPr marL="342900" lvl="0" indent="-342900">
              <a:buFont typeface="Arial" panose="020B0604020202020204" pitchFamily="34" charset="0"/>
              <a:buChar char="•"/>
              <a:tabLst>
                <a:tab pos="571500" algn="l"/>
              </a:tabLst>
            </a:pPr>
            <a:r>
              <a:rPr lang="kk-KZ" sz="2400" dirty="0">
                <a:effectLst/>
                <a:latin typeface="Times New Roman" panose="02020603050405020304" pitchFamily="18" charset="0"/>
                <a:ea typeface="Times New Roman" panose="02020603050405020304" pitchFamily="18" charset="0"/>
              </a:rPr>
              <a:t>көпшілікке</a:t>
            </a:r>
            <a:r>
              <a:rPr lang="kk-KZ" sz="2400" spc="-2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арналған</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дербес</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компьтерлер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\Consumer</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PC\;</a:t>
            </a:r>
            <a:endParaRPr lang="ru-KZ" sz="2400" dirty="0">
              <a:effectLst/>
              <a:latin typeface="Times New Roman" panose="02020603050405020304" pitchFamily="18" charset="0"/>
              <a:ea typeface="Times New Roman" panose="02020603050405020304" pitchFamily="18" charset="0"/>
            </a:endParaRPr>
          </a:p>
          <a:p>
            <a:pPr marL="342900" lvl="0" indent="-342900">
              <a:buFont typeface="Arial" panose="020B0604020202020204" pitchFamily="34" charset="0"/>
              <a:buChar char="•"/>
              <a:tabLst>
                <a:tab pos="571500" algn="l"/>
              </a:tabLst>
            </a:pPr>
            <a:r>
              <a:rPr lang="kk-KZ" sz="2400" dirty="0">
                <a:effectLst/>
                <a:latin typeface="Times New Roman" panose="02020603050405020304" pitchFamily="18" charset="0"/>
                <a:ea typeface="Times New Roman" panose="02020603050405020304" pitchFamily="18" charset="0"/>
              </a:rPr>
              <a:t>жұмыс</a:t>
            </a:r>
            <a:r>
              <a:rPr lang="kk-KZ" sz="2400" spc="-3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бабында</a:t>
            </a:r>
            <a:r>
              <a:rPr lang="kk-KZ" sz="2400" spc="-3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қолданылатын</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дербес</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компьютерлер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\Office</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PC\;</a:t>
            </a:r>
            <a:endParaRPr lang="ru-KZ" sz="2400" dirty="0">
              <a:effectLst/>
              <a:latin typeface="Times New Roman" panose="02020603050405020304" pitchFamily="18" charset="0"/>
              <a:ea typeface="Times New Roman" panose="02020603050405020304" pitchFamily="18" charset="0"/>
            </a:endParaRPr>
          </a:p>
          <a:p>
            <a:pPr marL="342900" lvl="0" indent="-342900">
              <a:buFont typeface="Arial" panose="020B0604020202020204" pitchFamily="34" charset="0"/>
              <a:buChar char="•"/>
              <a:tabLst>
                <a:tab pos="571500" algn="l"/>
              </a:tabLst>
            </a:pPr>
            <a:r>
              <a:rPr lang="kk-KZ" sz="2400" dirty="0">
                <a:effectLst/>
                <a:latin typeface="Times New Roman" panose="02020603050405020304" pitchFamily="18" charset="0"/>
                <a:ea typeface="Times New Roman" panose="02020603050405020304" pitchFamily="18" charset="0"/>
              </a:rPr>
              <a:t>алып</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жүруге</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ыңғайлы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\портативті\</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дербес</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\Mobile</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PC\;</a:t>
            </a:r>
            <a:endParaRPr lang="ru-KZ" sz="2400" dirty="0">
              <a:effectLst/>
              <a:latin typeface="Times New Roman" panose="02020603050405020304" pitchFamily="18" charset="0"/>
              <a:ea typeface="Times New Roman" panose="02020603050405020304" pitchFamily="18" charset="0"/>
            </a:endParaRPr>
          </a:p>
          <a:p>
            <a:pPr marL="342900" lvl="0" indent="-342900">
              <a:buFont typeface="Arial" panose="020B0604020202020204" pitchFamily="34" charset="0"/>
              <a:buChar char="•"/>
              <a:tabLst>
                <a:tab pos="571500" algn="l"/>
              </a:tabLst>
            </a:pPr>
            <a:r>
              <a:rPr lang="kk-KZ" sz="2400" dirty="0">
                <a:effectLst/>
                <a:latin typeface="Times New Roman" panose="02020603050405020304" pitchFamily="18" charset="0"/>
                <a:ea typeface="Times New Roman" panose="02020603050405020304" pitchFamily="18" charset="0"/>
              </a:rPr>
              <a:t>жұмыс</a:t>
            </a:r>
            <a:r>
              <a:rPr lang="kk-KZ" sz="2400" spc="-2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станциясы</a:t>
            </a:r>
            <a:r>
              <a:rPr lang="kk-KZ" sz="2400" spc="-2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\WorkStation\;</a:t>
            </a:r>
            <a:endParaRPr lang="ru-KZ" sz="2400" dirty="0">
              <a:effectLst/>
              <a:latin typeface="Times New Roman" panose="02020603050405020304" pitchFamily="18" charset="0"/>
              <a:ea typeface="Times New Roman" panose="02020603050405020304" pitchFamily="18" charset="0"/>
            </a:endParaRPr>
          </a:p>
          <a:p>
            <a:pPr marL="342900" lvl="0" indent="-342900">
              <a:buFont typeface="Arial" panose="020B0604020202020204" pitchFamily="34" charset="0"/>
              <a:buChar char="•"/>
              <a:tabLst>
                <a:tab pos="571500" algn="l"/>
              </a:tabLst>
            </a:pPr>
            <a:r>
              <a:rPr lang="kk-KZ" sz="2400" dirty="0">
                <a:effectLst/>
                <a:latin typeface="Times New Roman" panose="02020603050405020304" pitchFamily="18" charset="0"/>
                <a:ea typeface="Times New Roman" panose="02020603050405020304" pitchFamily="18" charset="0"/>
              </a:rPr>
              <a:t>көңіл</a:t>
            </a:r>
            <a:r>
              <a:rPr lang="kk-KZ" sz="2400" spc="29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көтеруге</a:t>
            </a:r>
            <a:r>
              <a:rPr lang="kk-KZ" sz="2400" spc="29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арналған</a:t>
            </a:r>
            <a:r>
              <a:rPr lang="kk-KZ" sz="2400" spc="3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\развлекательный\</a:t>
            </a:r>
            <a:r>
              <a:rPr lang="kk-KZ" sz="2400" spc="3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дербес</a:t>
            </a:r>
            <a:r>
              <a:rPr lang="kk-KZ" sz="2400" spc="30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компьютерлер</a:t>
            </a:r>
            <a:endParaRPr lang="ru-KZ" sz="2400" dirty="0">
              <a:effectLst/>
              <a:latin typeface="Times New Roman" panose="02020603050405020304" pitchFamily="18" charset="0"/>
              <a:ea typeface="Times New Roman" panose="02020603050405020304" pitchFamily="18" charset="0"/>
            </a:endParaRPr>
          </a:p>
          <a:p>
            <a:pPr marL="121285" algn="l"/>
            <a:r>
              <a:rPr lang="kk-KZ" sz="2400" dirty="0">
                <a:effectLst/>
                <a:latin typeface="Times New Roman" panose="02020603050405020304" pitchFamily="18" charset="0"/>
                <a:ea typeface="Times New Roman" panose="02020603050405020304" pitchFamily="18" charset="0"/>
              </a:rPr>
              <a:t>\Entertaiment</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PC\.</a:t>
            </a:r>
            <a:endParaRPr lang="ru-KZ" sz="24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 xmlns:a16="http://schemas.microsoft.com/office/drawing/2014/main" id="{C73741F5-E0D8-3748-9651-32640A970A54}"/>
              </a:ext>
            </a:extLst>
          </p:cNvPr>
          <p:cNvSpPr txBox="1"/>
          <p:nvPr/>
        </p:nvSpPr>
        <p:spPr>
          <a:xfrm>
            <a:off x="904240" y="4693920"/>
            <a:ext cx="11522038" cy="1200329"/>
          </a:xfrm>
          <a:prstGeom prst="rect">
            <a:avLst/>
          </a:prstGeom>
          <a:noFill/>
        </p:spPr>
        <p:txBody>
          <a:bodyPr wrap="square">
            <a:spAutoFit/>
          </a:bodyPr>
          <a:lstStyle/>
          <a:p>
            <a:pPr marL="372745" marR="495935" indent="251460" algn="l">
              <a:spcBef>
                <a:spcPts val="10"/>
              </a:spcBef>
              <a:spcAft>
                <a:spcPts val="0"/>
              </a:spcAft>
            </a:pPr>
            <a:r>
              <a:rPr lang="kk-KZ" sz="2400" b="1" dirty="0">
                <a:effectLst/>
                <a:latin typeface="Times New Roman" panose="02020603050405020304" pitchFamily="18" charset="0"/>
                <a:ea typeface="Times New Roman" panose="02020603050405020304" pitchFamily="18" charset="0"/>
              </a:rPr>
              <a:t>Мамандандырылу деңгейіне қарай жіктеу</a:t>
            </a:r>
            <a:r>
              <a:rPr lang="kk-KZ" sz="2400" dirty="0">
                <a:effectLst/>
                <a:latin typeface="Times New Roman" panose="02020603050405020304" pitchFamily="18" charset="0"/>
                <a:ea typeface="Times New Roman" panose="02020603050405020304" pitchFamily="18" charset="0"/>
              </a:rPr>
              <a:t>:</a:t>
            </a:r>
          </a:p>
          <a:p>
            <a:pPr marL="372745" marR="495935" indent="251460" algn="l">
              <a:spcBef>
                <a:spcPts val="10"/>
              </a:spcBef>
              <a:spcAft>
                <a:spcPts val="0"/>
              </a:spcAft>
            </a:pPr>
            <a:r>
              <a:rPr lang="kk-KZ" sz="2400" dirty="0">
                <a:effectLst/>
                <a:latin typeface="Times New Roman" panose="02020603050405020304" pitchFamily="18" charset="0"/>
                <a:ea typeface="Times New Roman" panose="02020603050405020304" pitchFamily="18" charset="0"/>
              </a:rPr>
              <a:t>әмбебап (универсальные)</a:t>
            </a:r>
            <a:r>
              <a:rPr lang="kk-KZ" sz="2400" spc="-33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компьютерлер;</a:t>
            </a:r>
            <a:r>
              <a:rPr lang="kk-KZ" sz="2400" spc="-5" dirty="0">
                <a:effectLst/>
                <a:latin typeface="Times New Roman" panose="02020603050405020304" pitchFamily="18" charset="0"/>
                <a:ea typeface="Times New Roman" panose="02020603050405020304" pitchFamily="18" charset="0"/>
              </a:rPr>
              <a:t> </a:t>
            </a:r>
          </a:p>
          <a:p>
            <a:pPr marL="372745" marR="495935" indent="251460" algn="l">
              <a:spcBef>
                <a:spcPts val="10"/>
              </a:spcBef>
              <a:spcAft>
                <a:spcPts val="0"/>
              </a:spcAft>
            </a:pPr>
            <a:r>
              <a:rPr lang="kk-KZ" sz="2400" dirty="0">
                <a:effectLst/>
                <a:latin typeface="Times New Roman" panose="02020603050405020304" pitchFamily="18" charset="0"/>
                <a:ea typeface="Times New Roman" panose="02020603050405020304" pitchFamily="18" charset="0"/>
              </a:rPr>
              <a:t>арнайы</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(специализированные)</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компьютерлер.</a:t>
            </a:r>
            <a:endParaRPr lang="ru-KZ"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3885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E48B6A28-2A60-D39C-E13E-B2B6314B6205}"/>
              </a:ext>
            </a:extLst>
          </p:cNvPr>
          <p:cNvSpPr txBox="1"/>
          <p:nvPr/>
        </p:nvSpPr>
        <p:spPr>
          <a:xfrm>
            <a:off x="1198880" y="305824"/>
            <a:ext cx="10820400" cy="1569660"/>
          </a:xfrm>
          <a:prstGeom prst="rect">
            <a:avLst/>
          </a:prstGeom>
          <a:noFill/>
        </p:spPr>
        <p:txBody>
          <a:bodyPr wrap="square">
            <a:spAutoFit/>
          </a:bodyPr>
          <a:lstStyle/>
          <a:p>
            <a:pPr marL="372745" indent="251460" algn="just"/>
            <a:r>
              <a:rPr lang="kk-KZ" sz="2400" b="1" dirty="0">
                <a:effectLst/>
                <a:latin typeface="Times New Roman" panose="02020603050405020304" pitchFamily="18" charset="0"/>
                <a:ea typeface="Times New Roman" panose="02020603050405020304" pitchFamily="18" charset="0"/>
              </a:rPr>
              <a:t>Көлемдеріне</a:t>
            </a:r>
            <a:r>
              <a:rPr lang="kk-KZ" sz="2400" b="1" spc="-20"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қарай</a:t>
            </a:r>
            <a:r>
              <a:rPr lang="kk-KZ" sz="2400" b="1" spc="-1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жіктеу:</a:t>
            </a:r>
          </a:p>
          <a:p>
            <a:pPr marL="457200" lvl="0" indent="-457200">
              <a:buFont typeface="Arial" panose="020B0604020202020204" pitchFamily="34" charset="0"/>
              <a:buChar char="•"/>
              <a:tabLst>
                <a:tab pos="571500" algn="l"/>
              </a:tabLst>
            </a:pPr>
            <a:r>
              <a:rPr lang="kk-KZ" sz="2400" dirty="0">
                <a:effectLst/>
                <a:latin typeface="Times New Roman" panose="02020603050405020304" pitchFamily="18" charset="0"/>
                <a:ea typeface="Times New Roman" panose="02020603050405020304" pitchFamily="18" charset="0"/>
              </a:rPr>
              <a:t>үстелге</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қойылатын</a:t>
            </a:r>
            <a:r>
              <a:rPr lang="kk-KZ" sz="2400" spc="-3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(desktop)</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компьютерлер;</a:t>
            </a:r>
            <a:endParaRPr lang="ru-KZ" sz="2400" dirty="0">
              <a:effectLst/>
              <a:latin typeface="Times New Roman" panose="02020603050405020304" pitchFamily="18" charset="0"/>
              <a:ea typeface="Times New Roman" panose="02020603050405020304" pitchFamily="18" charset="0"/>
            </a:endParaRPr>
          </a:p>
          <a:p>
            <a:pPr marL="457200" lvl="0" indent="-457200">
              <a:buFont typeface="Arial" panose="020B0604020202020204" pitchFamily="34" charset="0"/>
              <a:buChar char="•"/>
              <a:tabLst>
                <a:tab pos="571500" algn="l"/>
              </a:tabLst>
            </a:pPr>
            <a:r>
              <a:rPr lang="kk-KZ" sz="2400" dirty="0">
                <a:effectLst/>
                <a:latin typeface="Times New Roman" panose="02020603050405020304" pitchFamily="18" charset="0"/>
                <a:ea typeface="Times New Roman" panose="02020603050405020304" pitchFamily="18" charset="0"/>
              </a:rPr>
              <a:t>алып</a:t>
            </a:r>
            <a:r>
              <a:rPr lang="kk-KZ" sz="2400" spc="-2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жүруге</a:t>
            </a:r>
            <a:r>
              <a:rPr lang="kk-KZ" sz="2400" spc="-2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ыңғайлы</a:t>
            </a:r>
            <a:r>
              <a:rPr lang="kk-KZ" sz="2400" spc="-2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портативті</a:t>
            </a:r>
            <a:r>
              <a:rPr lang="kk-KZ" sz="2400" spc="-2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(notebook)</a:t>
            </a:r>
            <a:r>
              <a:rPr lang="kk-KZ" sz="2400" spc="-2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компьютерлер;</a:t>
            </a:r>
            <a:endParaRPr lang="ru-KZ" sz="2400" dirty="0">
              <a:effectLst/>
              <a:latin typeface="Times New Roman" panose="02020603050405020304" pitchFamily="18" charset="0"/>
              <a:ea typeface="Times New Roman" panose="02020603050405020304" pitchFamily="18" charset="0"/>
            </a:endParaRPr>
          </a:p>
          <a:p>
            <a:pPr marL="457200" lvl="0" indent="-457200">
              <a:buFont typeface="Arial" panose="020B0604020202020204" pitchFamily="34" charset="0"/>
              <a:buChar char="•"/>
              <a:tabLst>
                <a:tab pos="571500" algn="l"/>
              </a:tabLst>
            </a:pPr>
            <a:r>
              <a:rPr lang="kk-KZ" sz="2400" dirty="0">
                <a:effectLst/>
                <a:latin typeface="Times New Roman" panose="02020603050405020304" pitchFamily="18" charset="0"/>
                <a:ea typeface="Times New Roman" panose="02020603050405020304" pitchFamily="18" charset="0"/>
              </a:rPr>
              <a:t>қалтаға</a:t>
            </a:r>
            <a:r>
              <a:rPr lang="kk-KZ" sz="2400" spc="-2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салынатын</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(palmtop)</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компьютерлер.</a:t>
            </a:r>
            <a:endParaRPr lang="ru-KZ" sz="24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 xmlns:a16="http://schemas.microsoft.com/office/drawing/2014/main" id="{905711A6-4595-8064-0C31-F5A6A3AF658F}"/>
              </a:ext>
            </a:extLst>
          </p:cNvPr>
          <p:cNvSpPr txBox="1"/>
          <p:nvPr/>
        </p:nvSpPr>
        <p:spPr>
          <a:xfrm>
            <a:off x="955040" y="1953153"/>
            <a:ext cx="10820400" cy="1569660"/>
          </a:xfrm>
          <a:prstGeom prst="rect">
            <a:avLst/>
          </a:prstGeom>
          <a:noFill/>
        </p:spPr>
        <p:txBody>
          <a:bodyPr wrap="square">
            <a:spAutoFit/>
          </a:bodyPr>
          <a:lstStyle/>
          <a:p>
            <a:pPr marL="121285" marR="309880" indent="251460" algn="just">
              <a:spcBef>
                <a:spcPts val="5"/>
              </a:spcBef>
              <a:spcAft>
                <a:spcPts val="0"/>
              </a:spcAft>
            </a:pPr>
            <a:r>
              <a:rPr lang="kk-KZ" sz="2400" dirty="0">
                <a:effectLst/>
                <a:latin typeface="Times New Roman" panose="02020603050405020304" pitchFamily="18" charset="0"/>
                <a:ea typeface="Times New Roman" panose="02020603050405020304" pitchFamily="18" charset="0"/>
              </a:rPr>
              <a:t>Дербес</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компьютерлердің</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(ДК)</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барлық</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құрылғылары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екі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топқа</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бөлінеді,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олар: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негізгі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құрылғылар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бұларсыз</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компьютерлер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жұмысы</a:t>
            </a:r>
            <a:r>
              <a:rPr lang="kk-KZ" sz="2400" spc="-33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жүргізіле алмайды және қосалқы құрылғылар - бұлар компьютерлердің</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жұмыс</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істеу</a:t>
            </a:r>
            <a:r>
              <a:rPr lang="kk-KZ" sz="2400" spc="-2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мүмкіндіктерін кеңітеді.</a:t>
            </a:r>
            <a:endParaRPr lang="ru-KZ" sz="2400" dirty="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 xmlns:a16="http://schemas.microsoft.com/office/drawing/2014/main" id="{760ECC55-7AB5-1DF2-355E-712F8C7437A1}"/>
              </a:ext>
            </a:extLst>
          </p:cNvPr>
          <p:cNvSpPr txBox="1"/>
          <p:nvPr/>
        </p:nvSpPr>
        <p:spPr>
          <a:xfrm>
            <a:off x="955040" y="3687664"/>
            <a:ext cx="10820400" cy="2677656"/>
          </a:xfrm>
          <a:prstGeom prst="rect">
            <a:avLst/>
          </a:prstGeom>
          <a:noFill/>
        </p:spPr>
        <p:txBody>
          <a:bodyPr wrap="square">
            <a:spAutoFit/>
          </a:bodyPr>
          <a:lstStyle/>
          <a:p>
            <a:pPr marL="121285" marR="307340" indent="251460" algn="just">
              <a:spcBef>
                <a:spcPts val="5"/>
              </a:spcBef>
              <a:spcAft>
                <a:spcPts val="0"/>
              </a:spcAft>
            </a:pPr>
            <a:r>
              <a:rPr lang="kk-KZ" sz="2400" b="1" dirty="0">
                <a:effectLst/>
                <a:latin typeface="Times New Roman" panose="02020603050405020304" pitchFamily="18" charset="0"/>
                <a:ea typeface="Times New Roman" panose="02020603050405020304" pitchFamily="18" charset="0"/>
              </a:rPr>
              <a:t>Негізгі</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құрылғыларға</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(блоктарға)</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жүйелік</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блок,</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монитор</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және</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пернетақта</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жатады.</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Монитор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экранда</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графикалық</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және</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мәтіндік</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ақпараттарды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бейнелеп</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көрсету</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(шығару)</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үшін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қажет.</a:t>
            </a:r>
            <a:r>
              <a:rPr lang="kk-KZ" sz="2400"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Пернетақта</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мәліметтер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мен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командаларды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машинаға</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енгізуге</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арналған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негізгі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құрылғы.</a:t>
            </a:r>
            <a:r>
              <a:rPr lang="kk-KZ" sz="2400"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Жүйелік</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блокқа</a:t>
            </a:r>
            <a:r>
              <a:rPr lang="kk-KZ" sz="2400" b="1"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барлық</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құрылғылар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монитор,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пернетақта,</a:t>
            </a:r>
            <a:r>
              <a:rPr lang="kk-KZ" sz="2400" spc="-33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тышқан, принтер, модем, және т.б.</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сымдар арқылы бір-бірімен тікелей</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қосылып</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тұрады.</a:t>
            </a:r>
            <a:endParaRPr lang="ru-KZ"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65115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626A1B86-733E-6FED-D92F-6D77C69E9905}"/>
              </a:ext>
            </a:extLst>
          </p:cNvPr>
          <p:cNvSpPr txBox="1"/>
          <p:nvPr/>
        </p:nvSpPr>
        <p:spPr>
          <a:xfrm>
            <a:off x="187960" y="0"/>
            <a:ext cx="11816080" cy="2677656"/>
          </a:xfrm>
          <a:prstGeom prst="rect">
            <a:avLst/>
          </a:prstGeom>
          <a:noFill/>
        </p:spPr>
        <p:txBody>
          <a:bodyPr wrap="square">
            <a:spAutoFit/>
          </a:bodyPr>
          <a:lstStyle/>
          <a:p>
            <a:pPr marL="372745" indent="251460" algn="just"/>
            <a:r>
              <a:rPr lang="kk-KZ" sz="2400" dirty="0">
                <a:effectLst/>
                <a:latin typeface="Times New Roman" panose="02020603050405020304" pitchFamily="18" charset="0"/>
                <a:ea typeface="Times New Roman" panose="02020603050405020304" pitchFamily="18" charset="0"/>
              </a:rPr>
              <a:t>Жүйелік</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блокта</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мыналар</a:t>
            </a:r>
            <a:r>
              <a:rPr lang="kk-KZ" sz="2400" spc="-2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орналасады:</a:t>
            </a:r>
            <a:endParaRPr lang="ru-KZ" sz="2400" dirty="0">
              <a:effectLst/>
              <a:latin typeface="Times New Roman" panose="02020603050405020304" pitchFamily="18" charset="0"/>
              <a:ea typeface="Times New Roman" panose="02020603050405020304" pitchFamily="18" charset="0"/>
            </a:endParaRPr>
          </a:p>
          <a:p>
            <a:pPr marL="342900" marR="306070" lvl="0" indent="-342900" algn="just">
              <a:buFont typeface="Arial" panose="020B0604020202020204" pitchFamily="34" charset="0"/>
              <a:buChar char="•"/>
              <a:tabLst>
                <a:tab pos="571500" algn="l"/>
              </a:tabLst>
            </a:pPr>
            <a:r>
              <a:rPr lang="kk-KZ" sz="2400" b="1" dirty="0">
                <a:effectLst/>
                <a:latin typeface="Times New Roman" panose="02020603050405020304" pitchFamily="18" charset="0"/>
                <a:ea typeface="Times New Roman" panose="02020603050405020304" pitchFamily="18" charset="0"/>
              </a:rPr>
              <a:t>аналық</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тақшада</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мына</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элементтер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орналасқан:</a:t>
            </a:r>
            <a:r>
              <a:rPr lang="kk-KZ" sz="2400"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микропроцессор,</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жедел</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жады,</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сыртқы</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құрылғылар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(дыбыстық,</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бейнелік</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тақшалар,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т.б.</a:t>
            </a:r>
            <a:r>
              <a:rPr lang="kk-KZ" sz="2400" spc="-33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жалғанатын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қосқыш</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тарақшалар);</a:t>
            </a:r>
            <a:r>
              <a:rPr lang="kk-KZ" sz="2400"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микропроцессор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арифметикалық-</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логикалық</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амалдарды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орындап,</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барлық</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құрылғыларды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басқарып</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отырады;</a:t>
            </a:r>
            <a:endParaRPr lang="ru-KZ" sz="2400" dirty="0">
              <a:effectLst/>
              <a:latin typeface="Times New Roman" panose="02020603050405020304" pitchFamily="18" charset="0"/>
              <a:ea typeface="Times New Roman" panose="02020603050405020304" pitchFamily="18" charset="0"/>
            </a:endParaRPr>
          </a:p>
          <a:p>
            <a:pPr marL="342900" marR="307340" lvl="0" indent="-342900" algn="just">
              <a:buFont typeface="Arial" panose="020B0604020202020204" pitchFamily="34" charset="0"/>
              <a:buChar char="•"/>
              <a:tabLst>
                <a:tab pos="571500" algn="l"/>
              </a:tabLst>
            </a:pPr>
            <a:r>
              <a:rPr lang="kk-KZ" sz="2400" b="1" dirty="0">
                <a:effectLst/>
                <a:latin typeface="Times New Roman" panose="02020603050405020304" pitchFamily="18" charset="0"/>
                <a:ea typeface="Times New Roman" panose="02020603050405020304" pitchFamily="18" charset="0"/>
              </a:rPr>
              <a:t>компьютер</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жады</a:t>
            </a:r>
            <a:r>
              <a:rPr lang="kk-KZ" sz="2400" b="1"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a:t>
            </a:r>
            <a:r>
              <a:rPr lang="kk-KZ" sz="2400"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ішкі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(жедел</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немесе</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оперативті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жады</a:t>
            </a:r>
            <a:r>
              <a:rPr lang="kk-KZ" sz="2400" spc="35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мен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тұрақты жады) </a:t>
            </a:r>
            <a:r>
              <a:rPr lang="kk-KZ" sz="2400" b="1" dirty="0">
                <a:effectLst/>
                <a:latin typeface="Times New Roman" panose="02020603050405020304" pitchFamily="18" charset="0"/>
                <a:ea typeface="Times New Roman" panose="02020603050405020304" pitchFamily="18" charset="0"/>
              </a:rPr>
              <a:t>және сыртқы жады </a:t>
            </a:r>
            <a:r>
              <a:rPr lang="kk-KZ" sz="2400" dirty="0">
                <a:effectLst/>
                <a:latin typeface="Times New Roman" panose="02020603050405020304" pitchFamily="18" charset="0"/>
                <a:ea typeface="Times New Roman" panose="02020603050405020304" pitchFamily="18" charset="0"/>
              </a:rPr>
              <a:t>(дискіжетектер, винчестер, CD-ROM).</a:t>
            </a:r>
            <a:r>
              <a:rPr lang="kk-KZ" sz="2400" spc="-335" dirty="0">
                <a:effectLst/>
                <a:latin typeface="Times New Roman" panose="02020603050405020304" pitchFamily="18" charset="0"/>
                <a:ea typeface="Times New Roman" panose="02020603050405020304" pitchFamily="18" charset="0"/>
              </a:rPr>
              <a:t> </a:t>
            </a:r>
          </a:p>
        </p:txBody>
      </p:sp>
      <p:pic>
        <p:nvPicPr>
          <p:cNvPr id="4098" name="Picture 2">
            <a:extLst>
              <a:ext uri="{FF2B5EF4-FFF2-40B4-BE49-F238E27FC236}">
                <a16:creationId xmlns="" xmlns:a16="http://schemas.microsoft.com/office/drawing/2014/main" id="{CE3FD6C4-9501-6814-1D06-A4A1AB654A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0396" y="2737485"/>
            <a:ext cx="7350884" cy="4120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171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A736BFB5-9B58-452D-3396-8650E6AA53AF}"/>
              </a:ext>
            </a:extLst>
          </p:cNvPr>
          <p:cNvSpPr txBox="1"/>
          <p:nvPr/>
        </p:nvSpPr>
        <p:spPr>
          <a:xfrm>
            <a:off x="477520" y="289898"/>
            <a:ext cx="10901680" cy="2677656"/>
          </a:xfrm>
          <a:prstGeom prst="rect">
            <a:avLst/>
          </a:prstGeom>
          <a:noFill/>
        </p:spPr>
        <p:txBody>
          <a:bodyPr wrap="square">
            <a:spAutoFit/>
          </a:bodyPr>
          <a:lstStyle/>
          <a:p>
            <a:pPr marL="342900" marR="307340" lvl="0" indent="-342900" algn="just">
              <a:buFont typeface="Arial" panose="020B0604020202020204" pitchFamily="34" charset="0"/>
              <a:buChar char="•"/>
              <a:tabLst>
                <a:tab pos="571500" algn="l"/>
              </a:tabLst>
            </a:pPr>
            <a:r>
              <a:rPr lang="kk-KZ" sz="2800" b="1" dirty="0">
                <a:effectLst/>
                <a:latin typeface="Times New Roman" panose="02020603050405020304" pitchFamily="18" charset="0"/>
                <a:ea typeface="Times New Roman" panose="02020603050405020304" pitchFamily="18" charset="0"/>
              </a:rPr>
              <a:t>Микропроцессор</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 компьютердің</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ең маңызды</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элементі, өйткені ол</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Бағдарламалардың</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орындалу</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жылдамдығын</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анықтайды.</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Дербес</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компьютерлер</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пайда</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болғаннан</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бері</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бірнеше</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процессорлар</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буындары</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ауысты, оларды жұмыс өнімділігі бойынша мынадай тізбекпен көрсетуге</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болады:</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8088,</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286,</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386,</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486,</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Pentium,</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Pentium</a:t>
            </a:r>
            <a:r>
              <a:rPr lang="kk-KZ" sz="2800" spc="-2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Pro</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және т.с.с.</a:t>
            </a:r>
            <a:endParaRPr lang="ru-KZ" sz="2800" dirty="0">
              <a:effectLst/>
              <a:latin typeface="Times New Roman" panose="02020603050405020304" pitchFamily="18" charset="0"/>
              <a:ea typeface="Times New Roman" panose="02020603050405020304" pitchFamily="18" charset="0"/>
            </a:endParaRPr>
          </a:p>
        </p:txBody>
      </p:sp>
      <p:sp>
        <p:nvSpPr>
          <p:cNvPr id="6" name="AutoShape 2">
            <a:extLst>
              <a:ext uri="{FF2B5EF4-FFF2-40B4-BE49-F238E27FC236}">
                <a16:creationId xmlns="" xmlns:a16="http://schemas.microsoft.com/office/drawing/2014/main" id="{EF7A3518-6EB4-70A2-6E0C-A7B7244A914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KZ"/>
          </a:p>
        </p:txBody>
      </p:sp>
      <p:pic>
        <p:nvPicPr>
          <p:cNvPr id="5124" name="Picture 4">
            <a:extLst>
              <a:ext uri="{FF2B5EF4-FFF2-40B4-BE49-F238E27FC236}">
                <a16:creationId xmlns="" xmlns:a16="http://schemas.microsoft.com/office/drawing/2014/main" id="{69CC307E-5530-AEF8-ABA4-713078C3BB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4057" y="3119120"/>
            <a:ext cx="4408230" cy="3448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177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7133177-5B7C-3002-E828-9630FDBAE79D}"/>
              </a:ext>
            </a:extLst>
          </p:cNvPr>
          <p:cNvSpPr txBox="1"/>
          <p:nvPr/>
        </p:nvSpPr>
        <p:spPr>
          <a:xfrm>
            <a:off x="406401" y="350587"/>
            <a:ext cx="11337364" cy="5632311"/>
          </a:xfrm>
          <a:prstGeom prst="rect">
            <a:avLst/>
          </a:prstGeom>
          <a:noFill/>
        </p:spPr>
        <p:txBody>
          <a:bodyPr wrap="square">
            <a:spAutoFit/>
          </a:bodyPr>
          <a:lstStyle/>
          <a:p>
            <a:pPr marL="121285" marR="306070" indent="251460" algn="just"/>
            <a:r>
              <a:rPr lang="kk-KZ" sz="2400" dirty="0">
                <a:effectLst/>
                <a:latin typeface="Times New Roman" panose="02020603050405020304" pitchFamily="18" charset="0"/>
                <a:ea typeface="Times New Roman" panose="02020603050405020304" pitchFamily="18" charset="0"/>
              </a:rPr>
              <a:t>Осы процессорлардың </a:t>
            </a:r>
            <a:r>
              <a:rPr lang="kk-KZ" sz="2400" b="1" dirty="0">
                <a:effectLst/>
                <a:latin typeface="Times New Roman" panose="02020603050405020304" pitchFamily="18" charset="0"/>
                <a:ea typeface="Times New Roman" panose="02020603050405020304" pitchFamily="18" charset="0"/>
              </a:rPr>
              <a:t>параметрлік көрсеткіштеріне</a:t>
            </a:r>
            <a:r>
              <a:rPr lang="kk-KZ" sz="2400" dirty="0">
                <a:effectLst/>
                <a:latin typeface="Times New Roman" panose="02020603050405020304" pitchFamily="18" charset="0"/>
                <a:ea typeface="Times New Roman" panose="02020603050405020304" pitchFamily="18" charset="0"/>
              </a:rPr>
              <a:t>, яғни сипаттамаларына</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мыналар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жатады:</a:t>
            </a:r>
            <a:endParaRPr lang="ru-KZ" sz="2400" dirty="0">
              <a:effectLst/>
              <a:latin typeface="Times New Roman" panose="02020603050405020304" pitchFamily="18" charset="0"/>
              <a:ea typeface="Times New Roman" panose="02020603050405020304" pitchFamily="18" charset="0"/>
            </a:endParaRPr>
          </a:p>
          <a:p>
            <a:pPr marL="342900" marR="312420" lvl="0" indent="-342900" algn="just">
              <a:buFont typeface="Arial" panose="020B0604020202020204" pitchFamily="34" charset="0"/>
              <a:buChar char="•"/>
              <a:tabLst>
                <a:tab pos="571500" algn="l"/>
              </a:tabLst>
            </a:pPr>
            <a:r>
              <a:rPr lang="kk-KZ" sz="2400" b="1" dirty="0">
                <a:latin typeface="Times New Roman" panose="02020603050405020304" pitchFamily="18" charset="0"/>
                <a:ea typeface="Times New Roman" panose="02020603050405020304" pitchFamily="18" charset="0"/>
              </a:rPr>
              <a:t>разрядтылығы</a:t>
            </a:r>
            <a:r>
              <a:rPr lang="kk-KZ" sz="2400" dirty="0">
                <a:latin typeface="Times New Roman" panose="02020603050405020304" pitchFamily="18" charset="0"/>
                <a:ea typeface="Times New Roman" panose="02020603050405020304" pitchFamily="18" charset="0"/>
              </a:rPr>
              <a:t> - компьютерлік информацияның 8, 16, 32 немесе 64</a:t>
            </a:r>
            <a:r>
              <a:rPr lang="kk-KZ" sz="2400" spc="5" dirty="0">
                <a:latin typeface="Times New Roman" panose="02020603050405020304" pitchFamily="18" charset="0"/>
                <a:ea typeface="Times New Roman" panose="02020603050405020304" pitchFamily="18" charset="0"/>
              </a:rPr>
              <a:t> </a:t>
            </a:r>
            <a:r>
              <a:rPr lang="kk-KZ" sz="2400" dirty="0">
                <a:latin typeface="Times New Roman" panose="02020603050405020304" pitchFamily="18" charset="0"/>
                <a:ea typeface="Times New Roman" panose="02020603050405020304" pitchFamily="18" charset="0"/>
              </a:rPr>
              <a:t>бит</a:t>
            </a:r>
            <a:r>
              <a:rPr lang="kk-KZ" sz="2400" spc="-30" dirty="0">
                <a:latin typeface="Times New Roman" panose="02020603050405020304" pitchFamily="18" charset="0"/>
                <a:ea typeface="Times New Roman" panose="02020603050405020304" pitchFamily="18" charset="0"/>
              </a:rPr>
              <a:t> </a:t>
            </a:r>
            <a:r>
              <a:rPr lang="kk-KZ" sz="2400" dirty="0">
                <a:latin typeface="Times New Roman" panose="02020603050405020304" pitchFamily="18" charset="0"/>
                <a:ea typeface="Times New Roman" panose="02020603050405020304" pitchFamily="18" charset="0"/>
              </a:rPr>
              <a:t>болып</a:t>
            </a:r>
            <a:r>
              <a:rPr lang="kk-KZ" sz="2400" spc="335" dirty="0">
                <a:latin typeface="Times New Roman" panose="02020603050405020304" pitchFamily="18" charset="0"/>
                <a:ea typeface="Times New Roman" panose="02020603050405020304" pitchFamily="18" charset="0"/>
              </a:rPr>
              <a:t> </a:t>
            </a:r>
            <a:r>
              <a:rPr lang="kk-KZ" sz="2400" dirty="0">
                <a:latin typeface="Times New Roman" panose="02020603050405020304" pitchFamily="18" charset="0"/>
                <a:ea typeface="Times New Roman" panose="02020603050405020304" pitchFamily="18" charset="0"/>
              </a:rPr>
              <a:t>қатар</a:t>
            </a:r>
            <a:r>
              <a:rPr lang="kk-KZ" sz="2400" spc="-5" dirty="0">
                <a:latin typeface="Times New Roman" panose="02020603050405020304" pitchFamily="18" charset="0"/>
                <a:ea typeface="Times New Roman" panose="02020603050405020304" pitchFamily="18" charset="0"/>
              </a:rPr>
              <a:t> </a:t>
            </a:r>
            <a:r>
              <a:rPr lang="kk-KZ" sz="2400" dirty="0">
                <a:latin typeface="Times New Roman" panose="02020603050405020304" pitchFamily="18" charset="0"/>
                <a:ea typeface="Times New Roman" panose="02020603050405020304" pitchFamily="18" charset="0"/>
              </a:rPr>
              <a:t>тасымалдануын</a:t>
            </a:r>
            <a:r>
              <a:rPr lang="kk-KZ" sz="2400" spc="-5" dirty="0">
                <a:latin typeface="Times New Roman" panose="02020603050405020304" pitchFamily="18" charset="0"/>
                <a:ea typeface="Times New Roman" panose="02020603050405020304" pitchFamily="18" charset="0"/>
              </a:rPr>
              <a:t> </a:t>
            </a:r>
            <a:r>
              <a:rPr lang="kk-KZ" sz="2400" dirty="0">
                <a:latin typeface="Times New Roman" panose="02020603050405020304" pitchFamily="18" charset="0"/>
                <a:ea typeface="Times New Roman" panose="02020603050405020304" pitchFamily="18" charset="0"/>
              </a:rPr>
              <a:t>анықтайтын</a:t>
            </a:r>
            <a:r>
              <a:rPr lang="kk-KZ" sz="2400" spc="330" dirty="0">
                <a:latin typeface="Times New Roman" panose="02020603050405020304" pitchFamily="18" charset="0"/>
                <a:ea typeface="Times New Roman" panose="02020603050405020304" pitchFamily="18" charset="0"/>
              </a:rPr>
              <a:t> </a:t>
            </a:r>
            <a:r>
              <a:rPr lang="kk-KZ" sz="2400" dirty="0">
                <a:latin typeface="Times New Roman" panose="02020603050405020304" pitchFamily="18" charset="0"/>
                <a:ea typeface="Times New Roman" panose="02020603050405020304" pitchFamily="18" charset="0"/>
              </a:rPr>
              <a:t>оның</a:t>
            </a:r>
            <a:r>
              <a:rPr lang="kk-KZ" sz="2400" spc="-5" dirty="0">
                <a:latin typeface="Times New Roman" panose="02020603050405020304" pitchFamily="18" charset="0"/>
                <a:ea typeface="Times New Roman" panose="02020603050405020304" pitchFamily="18" charset="0"/>
              </a:rPr>
              <a:t> </a:t>
            </a:r>
            <a:r>
              <a:rPr lang="kk-KZ" sz="2400" dirty="0">
                <a:latin typeface="Times New Roman" panose="02020603050405020304" pitchFamily="18" charset="0"/>
                <a:ea typeface="Times New Roman" panose="02020603050405020304" pitchFamily="18" charset="0"/>
              </a:rPr>
              <a:t>"тактылық"</a:t>
            </a:r>
            <a:r>
              <a:rPr lang="kk-KZ" sz="2400" spc="-60" dirty="0">
                <a:latin typeface="Times New Roman" panose="02020603050405020304" pitchFamily="18" charset="0"/>
                <a:ea typeface="Times New Roman" panose="02020603050405020304" pitchFamily="18" charset="0"/>
              </a:rPr>
              <a:t> </a:t>
            </a:r>
            <a:r>
              <a:rPr lang="kk-KZ" sz="2400" dirty="0">
                <a:latin typeface="Times New Roman" panose="02020603050405020304" pitchFamily="18" charset="0"/>
                <a:ea typeface="Times New Roman" panose="02020603050405020304" pitchFamily="18" charset="0"/>
              </a:rPr>
              <a:t>ені;</a:t>
            </a:r>
            <a:endParaRPr lang="ru-KZ" sz="2400" dirty="0">
              <a:latin typeface="Times New Roman" panose="02020603050405020304" pitchFamily="18" charset="0"/>
              <a:ea typeface="Times New Roman" panose="02020603050405020304" pitchFamily="18" charset="0"/>
            </a:endParaRPr>
          </a:p>
          <a:p>
            <a:pPr marL="342900" marR="306070" lvl="0" indent="-342900" algn="just">
              <a:buFont typeface="Arial" panose="020B0604020202020204" pitchFamily="34" charset="0"/>
              <a:buChar char="•"/>
              <a:tabLst>
                <a:tab pos="571500" algn="l"/>
              </a:tabLst>
            </a:pPr>
            <a:r>
              <a:rPr lang="kk-KZ" sz="2400" b="1" dirty="0">
                <a:latin typeface="Times New Roman" panose="02020603050405020304" pitchFamily="18" charset="0"/>
                <a:ea typeface="Times New Roman" panose="02020603050405020304" pitchFamily="18" charset="0"/>
              </a:rPr>
              <a:t>тактілік жиілігі </a:t>
            </a:r>
            <a:r>
              <a:rPr lang="kk-KZ" sz="2400" dirty="0">
                <a:latin typeface="Times New Roman" panose="02020603050405020304" pitchFamily="18" charset="0"/>
                <a:ea typeface="Times New Roman" panose="02020603050405020304" pitchFamily="18" charset="0"/>
              </a:rPr>
              <a:t>бір секундта процессор орындай алатын командалар с</a:t>
            </a:r>
            <a:r>
              <a:rPr lang="kk-KZ" sz="2400" dirty="0">
                <a:effectLst/>
                <a:latin typeface="Times New Roman" panose="02020603050405020304" pitchFamily="18" charset="0"/>
                <a:ea typeface="Times New Roman" panose="02020603050405020304" pitchFamily="18" charset="0"/>
              </a:rPr>
              <a:t>анының</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көрсеткіші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(мегагерцпен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МГц</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өлшенеді).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Әдетте</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процессордың</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тактылық</a:t>
            </a:r>
            <a:r>
              <a:rPr lang="kk-KZ" sz="2400" spc="-2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жиілігі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1000 –</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3000</a:t>
            </a:r>
            <a:r>
              <a:rPr lang="kk-KZ" sz="2400" spc="-2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МГц</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айналасында</a:t>
            </a:r>
            <a:r>
              <a:rPr lang="kk-KZ" sz="2400" spc="-2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болады.</a:t>
            </a:r>
            <a:endParaRPr lang="ru-KZ" sz="2400" dirty="0">
              <a:effectLst/>
              <a:latin typeface="Times New Roman" panose="02020603050405020304" pitchFamily="18" charset="0"/>
              <a:ea typeface="Times New Roman" panose="02020603050405020304" pitchFamily="18" charset="0"/>
            </a:endParaRPr>
          </a:p>
          <a:p>
            <a:pPr marL="372745" indent="251460" algn="just"/>
            <a:r>
              <a:rPr lang="kk-KZ" sz="2400" b="1" dirty="0">
                <a:effectLst/>
                <a:latin typeface="Times New Roman" panose="02020603050405020304" pitchFamily="18" charset="0"/>
                <a:ea typeface="Times New Roman" panose="02020603050405020304" pitchFamily="18" charset="0"/>
              </a:rPr>
              <a:t>Микропроцессор</a:t>
            </a:r>
            <a:r>
              <a:rPr lang="kk-KZ" sz="2400" b="1" spc="24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құрамы:</a:t>
            </a:r>
            <a:endParaRPr lang="ru-KZ" sz="2400" b="1" dirty="0">
              <a:effectLst/>
              <a:latin typeface="Times New Roman" panose="02020603050405020304" pitchFamily="18" charset="0"/>
              <a:ea typeface="Times New Roman" panose="02020603050405020304" pitchFamily="18" charset="0"/>
            </a:endParaRPr>
          </a:p>
          <a:p>
            <a:pPr marL="342900" marR="307340" lvl="0" indent="-342900" algn="just">
              <a:buFont typeface="Arial" panose="020B0604020202020204" pitchFamily="34" charset="0"/>
              <a:buChar char="•"/>
              <a:tabLst>
                <a:tab pos="571500" algn="l"/>
              </a:tabLst>
            </a:pPr>
            <a:r>
              <a:rPr lang="kk-KZ" sz="2400" b="1" dirty="0">
                <a:effectLst/>
                <a:latin typeface="Times New Roman" panose="02020603050405020304" pitchFamily="18" charset="0"/>
                <a:ea typeface="Times New Roman" panose="02020603050405020304" pitchFamily="18" charset="0"/>
              </a:rPr>
              <a:t>арифметикалық-логикалық</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құрылғы</a:t>
            </a:r>
            <a:r>
              <a:rPr lang="kk-KZ" sz="2400" b="1"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микропроцессор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команда-</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ларын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орындауды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іске</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асыратын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ішкі</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операцияларды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(микро-</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операцияларды)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атқарады;</a:t>
            </a:r>
            <a:endParaRPr lang="ru-KZ" sz="2400" dirty="0">
              <a:effectLst/>
              <a:latin typeface="Times New Roman" panose="02020603050405020304" pitchFamily="18" charset="0"/>
              <a:ea typeface="Times New Roman" panose="02020603050405020304" pitchFamily="18" charset="0"/>
            </a:endParaRPr>
          </a:p>
          <a:p>
            <a:pPr marL="355600" marR="310515" lvl="0" indent="-355600" algn="just">
              <a:buFont typeface="Arial" panose="020B0604020202020204" pitchFamily="34" charset="0"/>
              <a:buChar char="•"/>
              <a:tabLst>
                <a:tab pos="571500" algn="l"/>
              </a:tabLst>
            </a:pPr>
            <a:r>
              <a:rPr lang="kk-KZ" sz="2400" b="1" dirty="0">
                <a:effectLst/>
                <a:latin typeface="Times New Roman" panose="02020603050405020304" pitchFamily="18" charset="0"/>
                <a:ea typeface="Times New Roman" panose="02020603050405020304" pitchFamily="18" charset="0"/>
              </a:rPr>
              <a:t>басқару құрылғысы </a:t>
            </a:r>
            <a:r>
              <a:rPr lang="kk-KZ" sz="2400" dirty="0">
                <a:effectLst/>
                <a:latin typeface="Times New Roman" panose="02020603050405020304" pitchFamily="18" charset="0"/>
                <a:ea typeface="Times New Roman" panose="02020603050405020304" pitchFamily="18" charset="0"/>
              </a:rPr>
              <a:t>- бағдарламалық басқару принципі негізінде</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компьютердің</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барлық құрылғыларын</a:t>
            </a:r>
            <a:r>
              <a:rPr lang="kk-KZ" sz="2400" spc="-2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басқарады;</a:t>
            </a:r>
            <a:endParaRPr lang="ru-KZ" sz="2400" dirty="0">
              <a:effectLst/>
              <a:latin typeface="Times New Roman" panose="02020603050405020304" pitchFamily="18" charset="0"/>
              <a:ea typeface="Times New Roman" panose="02020603050405020304" pitchFamily="18" charset="0"/>
            </a:endParaRPr>
          </a:p>
          <a:p>
            <a:pPr marL="342900" marR="310515" lvl="0" indent="-342900" algn="just">
              <a:buFont typeface="Arial" panose="020B0604020202020204" pitchFamily="34" charset="0"/>
              <a:buChar char="•"/>
              <a:tabLst>
                <a:tab pos="571500" algn="l"/>
              </a:tabLst>
            </a:pPr>
            <a:r>
              <a:rPr lang="kk-KZ" sz="2400" b="1" dirty="0">
                <a:effectLst/>
                <a:latin typeface="Times New Roman" panose="02020603050405020304" pitchFamily="18" charset="0"/>
                <a:ea typeface="Times New Roman" panose="02020603050405020304" pitchFamily="18" charset="0"/>
              </a:rPr>
              <a:t>микропроцессорлық</a:t>
            </a:r>
            <a:r>
              <a:rPr lang="kk-KZ" sz="2400" b="1" spc="5" dirty="0">
                <a:effectLst/>
                <a:latin typeface="Times New Roman" panose="02020603050405020304" pitchFamily="18" charset="0"/>
                <a:ea typeface="Times New Roman" panose="02020603050405020304" pitchFamily="18" charset="0"/>
              </a:rPr>
              <a:t> </a:t>
            </a:r>
            <a:r>
              <a:rPr lang="kk-KZ" sz="2400" b="1" dirty="0">
                <a:effectLst/>
                <a:latin typeface="Times New Roman" panose="02020603050405020304" pitchFamily="18" charset="0"/>
                <a:ea typeface="Times New Roman" panose="02020603050405020304" pitchFamily="18" charset="0"/>
              </a:rPr>
              <a:t>жады</a:t>
            </a:r>
            <a:r>
              <a:rPr lang="kk-KZ" sz="2400" b="1"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микропроцессордың</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регистр</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деп</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аталатын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бірсыпыра</a:t>
            </a:r>
            <a:r>
              <a:rPr lang="kk-KZ" sz="2400" spc="-10"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сандарды</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есте</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сақтай</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алатын</a:t>
            </a:r>
            <a:r>
              <a:rPr lang="kk-KZ" sz="2400" spc="-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ішкі</a:t>
            </a:r>
            <a:r>
              <a:rPr lang="kk-KZ" sz="2400" spc="-15" dirty="0">
                <a:effectLst/>
                <a:latin typeface="Times New Roman" panose="02020603050405020304" pitchFamily="18" charset="0"/>
                <a:ea typeface="Times New Roman" panose="02020603050405020304" pitchFamily="18" charset="0"/>
              </a:rPr>
              <a:t> </a:t>
            </a:r>
            <a:r>
              <a:rPr lang="kk-KZ" sz="2400" dirty="0">
                <a:effectLst/>
                <a:latin typeface="Times New Roman" panose="02020603050405020304" pitchFamily="18" charset="0"/>
                <a:ea typeface="Times New Roman" panose="02020603050405020304" pitchFamily="18" charset="0"/>
              </a:rPr>
              <a:t>жады.</a:t>
            </a:r>
            <a:endParaRPr lang="ru-KZ"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16792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7A5218D8-C054-3761-31F5-CA15D4FFA2A6}"/>
              </a:ext>
            </a:extLst>
          </p:cNvPr>
          <p:cNvSpPr txBox="1"/>
          <p:nvPr/>
        </p:nvSpPr>
        <p:spPr>
          <a:xfrm>
            <a:off x="1502229" y="1106561"/>
            <a:ext cx="10417628" cy="4401205"/>
          </a:xfrm>
          <a:prstGeom prst="rect">
            <a:avLst/>
          </a:prstGeom>
          <a:noFill/>
        </p:spPr>
        <p:txBody>
          <a:bodyPr wrap="square">
            <a:spAutoFit/>
          </a:bodyPr>
          <a:lstStyle/>
          <a:p>
            <a:pPr marL="121285" marR="309880" indent="251460" algn="just"/>
            <a:r>
              <a:rPr lang="kk-KZ" sz="2800" b="1" dirty="0">
                <a:effectLst/>
                <a:latin typeface="Times New Roman" panose="02020603050405020304" pitchFamily="18" charset="0"/>
                <a:ea typeface="Times New Roman" panose="02020603050405020304" pitchFamily="18" charset="0"/>
              </a:rPr>
              <a:t>Перифериялық</a:t>
            </a:r>
            <a:r>
              <a:rPr lang="kk-KZ" sz="2800" b="1" spc="5" dirty="0">
                <a:effectLst/>
                <a:latin typeface="Times New Roman" panose="02020603050405020304" pitchFamily="18" charset="0"/>
                <a:ea typeface="Times New Roman" panose="02020603050405020304" pitchFamily="18" charset="0"/>
              </a:rPr>
              <a:t> </a:t>
            </a:r>
            <a:r>
              <a:rPr lang="kk-KZ" sz="2800" b="1" dirty="0">
                <a:effectLst/>
                <a:latin typeface="Times New Roman" panose="02020603050405020304" pitchFamily="18" charset="0"/>
                <a:ea typeface="Times New Roman" panose="02020603050405020304" pitchFamily="18" charset="0"/>
              </a:rPr>
              <a:t>құрылғылар</a:t>
            </a:r>
            <a:r>
              <a:rPr lang="kk-KZ" sz="2800" b="1"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компьютерге</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жүйелік</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блоктың</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сырт</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жағындағы арнайы тарақша ұялар (разъемдар) арқылы қосылады. Бұл</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топқа</a:t>
            </a:r>
            <a:r>
              <a:rPr lang="kk-KZ" sz="2800" spc="-5" dirty="0">
                <a:effectLst/>
                <a:latin typeface="Times New Roman" panose="02020603050405020304" pitchFamily="18" charset="0"/>
                <a:ea typeface="Times New Roman" panose="02020603050405020304" pitchFamily="18" charset="0"/>
              </a:rPr>
              <a:t> </a:t>
            </a:r>
            <a:r>
              <a:rPr lang="kk-KZ" sz="2800" b="1" dirty="0">
                <a:effectLst/>
                <a:latin typeface="Times New Roman" panose="02020603050405020304" pitchFamily="18" charset="0"/>
                <a:ea typeface="Times New Roman" panose="02020603050405020304" pitchFamily="18" charset="0"/>
              </a:rPr>
              <a:t>монитор</a:t>
            </a:r>
            <a:r>
              <a:rPr lang="kk-KZ" sz="2800" b="1" spc="-5" dirty="0">
                <a:effectLst/>
                <a:latin typeface="Times New Roman" panose="02020603050405020304" pitchFamily="18" charset="0"/>
                <a:ea typeface="Times New Roman" panose="02020603050405020304" pitchFamily="18" charset="0"/>
              </a:rPr>
              <a:t> </a:t>
            </a:r>
            <a:r>
              <a:rPr lang="kk-KZ" sz="2800" b="1" dirty="0">
                <a:effectLst/>
                <a:latin typeface="Times New Roman" panose="02020603050405020304" pitchFamily="18" charset="0"/>
                <a:ea typeface="Times New Roman" panose="02020603050405020304" pitchFamily="18" charset="0"/>
              </a:rPr>
              <a:t>мен</a:t>
            </a:r>
            <a:r>
              <a:rPr lang="kk-KZ" sz="2800" b="1" spc="-5" dirty="0">
                <a:effectLst/>
                <a:latin typeface="Times New Roman" panose="02020603050405020304" pitchFamily="18" charset="0"/>
                <a:ea typeface="Times New Roman" panose="02020603050405020304" pitchFamily="18" charset="0"/>
              </a:rPr>
              <a:t> </a:t>
            </a:r>
            <a:r>
              <a:rPr lang="kk-KZ" sz="2800" b="1" dirty="0">
                <a:effectLst/>
                <a:latin typeface="Times New Roman" panose="02020603050405020304" pitchFamily="18" charset="0"/>
                <a:ea typeface="Times New Roman" panose="02020603050405020304" pitchFamily="18" charset="0"/>
              </a:rPr>
              <a:t>пернетақтадан</a:t>
            </a:r>
            <a:r>
              <a:rPr lang="kk-KZ" sz="2800" b="1"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басқа</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мына</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құрылғылар жатады:</a:t>
            </a:r>
            <a:endParaRPr lang="ru-KZ" sz="2800" dirty="0">
              <a:effectLst/>
              <a:latin typeface="Times New Roman" panose="02020603050405020304" pitchFamily="18" charset="0"/>
              <a:ea typeface="Times New Roman" panose="02020603050405020304" pitchFamily="18" charset="0"/>
            </a:endParaRPr>
          </a:p>
          <a:p>
            <a:pPr marL="342900" marR="311785" lvl="0" indent="-342900">
              <a:buFont typeface="Wingdings" panose="05000000000000000000" pitchFamily="2" charset="2"/>
              <a:buChar char=""/>
              <a:tabLst>
                <a:tab pos="571500" algn="l"/>
              </a:tabLst>
            </a:pPr>
            <a:r>
              <a:rPr lang="kk-KZ" sz="2800" b="1" dirty="0">
                <a:effectLst/>
                <a:latin typeface="Times New Roman" panose="02020603050405020304" pitchFamily="18" charset="0"/>
                <a:ea typeface="Times New Roman" panose="02020603050405020304" pitchFamily="18" charset="0"/>
              </a:rPr>
              <a:t>принтер</a:t>
            </a:r>
            <a:r>
              <a:rPr lang="kk-KZ" sz="2800" spc="6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a:t>
            </a:r>
            <a:r>
              <a:rPr lang="kk-KZ" sz="2800" spc="5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мәтіндік</a:t>
            </a:r>
            <a:r>
              <a:rPr lang="kk-KZ" sz="2800" spc="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және</a:t>
            </a:r>
            <a:r>
              <a:rPr lang="kk-KZ" sz="2800" spc="5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графикалық</a:t>
            </a:r>
            <a:r>
              <a:rPr lang="kk-KZ" sz="2800" spc="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мәліметті</a:t>
            </a:r>
            <a:r>
              <a:rPr lang="kk-KZ" sz="2800" spc="5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баспаға</a:t>
            </a:r>
            <a:r>
              <a:rPr lang="kk-KZ" sz="2800" spc="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шығару</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құрылғысы;</a:t>
            </a:r>
            <a:endParaRPr lang="ru-KZ" sz="2800" dirty="0">
              <a:effectLst/>
              <a:latin typeface="Times New Roman" panose="02020603050405020304" pitchFamily="18" charset="0"/>
              <a:ea typeface="Times New Roman" panose="02020603050405020304" pitchFamily="18" charset="0"/>
            </a:endParaRPr>
          </a:p>
          <a:p>
            <a:pPr marL="342900" lvl="0" indent="-342900">
              <a:buFont typeface="Wingdings" panose="05000000000000000000" pitchFamily="2" charset="2"/>
              <a:buChar char=""/>
              <a:tabLst>
                <a:tab pos="571500" algn="l"/>
              </a:tabLst>
            </a:pPr>
            <a:r>
              <a:rPr lang="kk-KZ" sz="2800" b="1" dirty="0">
                <a:effectLst/>
                <a:latin typeface="Times New Roman" panose="02020603050405020304" pitchFamily="18" charset="0"/>
                <a:ea typeface="Times New Roman" panose="02020603050405020304" pitchFamily="18" charset="0"/>
              </a:rPr>
              <a:t>тышқан</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компьютерге</a:t>
            </a:r>
            <a:r>
              <a:rPr lang="kk-KZ" sz="2800" spc="-1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мәлімет</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енгізуді</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жеңілдететін</a:t>
            </a:r>
            <a:r>
              <a:rPr lang="kk-KZ" sz="2800" spc="-6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құрылғы;</a:t>
            </a:r>
            <a:endParaRPr lang="ru-KZ" sz="2800" dirty="0">
              <a:effectLst/>
              <a:latin typeface="Times New Roman" panose="02020603050405020304" pitchFamily="18" charset="0"/>
              <a:ea typeface="Times New Roman" panose="02020603050405020304" pitchFamily="18" charset="0"/>
            </a:endParaRPr>
          </a:p>
          <a:p>
            <a:pPr marL="342900" marR="311785" lvl="0" indent="-342900">
              <a:buFont typeface="Wingdings" panose="05000000000000000000" pitchFamily="2" charset="2"/>
              <a:buChar char=""/>
              <a:tabLst>
                <a:tab pos="571500" algn="l"/>
              </a:tabLst>
            </a:pPr>
            <a:r>
              <a:rPr lang="kk-KZ" sz="2800" b="1" dirty="0">
                <a:effectLst/>
                <a:latin typeface="Times New Roman" panose="02020603050405020304" pitchFamily="18" charset="0"/>
                <a:ea typeface="Times New Roman" panose="02020603050405020304" pitchFamily="18" charset="0"/>
              </a:rPr>
              <a:t>джойстик</a:t>
            </a:r>
            <a:r>
              <a:rPr lang="kk-KZ" sz="2800" spc="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a:t>
            </a:r>
            <a:r>
              <a:rPr lang="kk-KZ" sz="2800" spc="3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жеңіл</a:t>
            </a:r>
            <a:r>
              <a:rPr lang="kk-KZ" sz="2800" spc="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қозғалатын</a:t>
            </a:r>
            <a:r>
              <a:rPr lang="kk-KZ" sz="2800" spc="3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тұтқасы</a:t>
            </a:r>
            <a:r>
              <a:rPr lang="kk-KZ" sz="2800" spc="2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бар</a:t>
            </a:r>
            <a:r>
              <a:rPr lang="kk-KZ" sz="2800" spc="2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ұршық</a:t>
            </a:r>
            <a:r>
              <a:rPr lang="kk-KZ" sz="2800" spc="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тәріздес</a:t>
            </a:r>
            <a:r>
              <a:rPr lang="kk-KZ" sz="2800" spc="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қолтетік,</a:t>
            </a:r>
            <a:r>
              <a:rPr lang="kk-KZ" sz="2800" spc="-33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негізінен</a:t>
            </a:r>
            <a:r>
              <a:rPr lang="kk-KZ" sz="2800" spc="-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компьютерлік</a:t>
            </a:r>
            <a:r>
              <a:rPr lang="kk-KZ" sz="2800" spc="-2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ойындар</a:t>
            </a:r>
            <a:r>
              <a:rPr lang="kk-KZ" sz="2800" spc="-2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үшін</a:t>
            </a:r>
            <a:r>
              <a:rPr lang="kk-KZ" sz="2800" spc="-2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қолданылады,</a:t>
            </a:r>
            <a:r>
              <a:rPr lang="kk-KZ" sz="2800" spc="-15"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т.б.</a:t>
            </a:r>
            <a:r>
              <a:rPr lang="kk-KZ" sz="2800" spc="-50" dirty="0">
                <a:effectLst/>
                <a:latin typeface="Times New Roman" panose="02020603050405020304" pitchFamily="18" charset="0"/>
                <a:ea typeface="Times New Roman" panose="02020603050405020304" pitchFamily="18" charset="0"/>
              </a:rPr>
              <a:t> </a:t>
            </a:r>
            <a:r>
              <a:rPr lang="kk-KZ" sz="2800" dirty="0">
                <a:effectLst/>
                <a:latin typeface="Times New Roman" panose="02020603050405020304" pitchFamily="18" charset="0"/>
                <a:ea typeface="Times New Roman" panose="02020603050405020304" pitchFamily="18" charset="0"/>
              </a:rPr>
              <a:t>құрылғылар.</a:t>
            </a:r>
            <a:endParaRPr lang="ru-K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5465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4052"/>
        <p:cNvGrpSpPr/>
        <p:nvPr/>
      </p:nvGrpSpPr>
      <p:grpSpPr>
        <a:xfrm>
          <a:off x="0" y="0"/>
          <a:ext cx="0" cy="0"/>
          <a:chOff x="0" y="0"/>
          <a:chExt cx="0" cy="0"/>
        </a:xfrm>
      </p:grpSpPr>
      <p:sp>
        <p:nvSpPr>
          <p:cNvPr id="4060" name="Google Shape;4060;p32"/>
          <p:cNvSpPr txBox="1">
            <a:spLocks noGrp="1"/>
          </p:cNvSpPr>
          <p:nvPr>
            <p:ph type="title"/>
          </p:nvPr>
        </p:nvSpPr>
        <p:spPr>
          <a:xfrm>
            <a:off x="491764" y="247464"/>
            <a:ext cx="11360800" cy="763600"/>
          </a:xfrm>
          <a:prstGeom prst="rect">
            <a:avLst/>
          </a:prstGeom>
        </p:spPr>
        <p:txBody>
          <a:bodyPr spcFirstLastPara="1" vert="horz" wrap="square" lIns="121900" tIns="121900" rIns="121900" bIns="121900" rtlCol="0" anchor="ctr" anchorCtr="0">
            <a:noAutofit/>
          </a:bodyPr>
          <a:lstStyle/>
          <a:p>
            <a:pPr algn="ctr">
              <a:spcBef>
                <a:spcPts val="0"/>
              </a:spcBef>
            </a:pPr>
            <a:r>
              <a:rPr lang="ru-RU" dirty="0"/>
              <a:t>3</a:t>
            </a:r>
            <a:r>
              <a:rPr lang="ru-RU" dirty="0">
                <a:latin typeface="Times New Roman" panose="02020603050405020304" pitchFamily="18" charset="0"/>
                <a:cs typeface="Times New Roman" panose="02020603050405020304" pitchFamily="18" charset="0"/>
              </a:rPr>
              <a:t>. Перифериялық құрылғылар</a:t>
            </a:r>
            <a:endParaRPr dirty="0">
              <a:latin typeface="Times New Roman" panose="02020603050405020304" pitchFamily="18" charset="0"/>
              <a:cs typeface="Times New Roman" panose="02020603050405020304" pitchFamily="18" charset="0"/>
            </a:endParaRPr>
          </a:p>
        </p:txBody>
      </p:sp>
      <p:grpSp>
        <p:nvGrpSpPr>
          <p:cNvPr id="4088" name="Google Shape;4088;p32"/>
          <p:cNvGrpSpPr/>
          <p:nvPr/>
        </p:nvGrpSpPr>
        <p:grpSpPr>
          <a:xfrm>
            <a:off x="1179948" y="1769378"/>
            <a:ext cx="592363" cy="585025"/>
            <a:chOff x="2866161" y="2689931"/>
            <a:chExt cx="374902" cy="374906"/>
          </a:xfrm>
        </p:grpSpPr>
        <p:sp>
          <p:nvSpPr>
            <p:cNvPr id="4089" name="Google Shape;4089;p32"/>
            <p:cNvSpPr/>
            <p:nvPr/>
          </p:nvSpPr>
          <p:spPr>
            <a:xfrm>
              <a:off x="2880388" y="2704447"/>
              <a:ext cx="346448" cy="346261"/>
            </a:xfrm>
            <a:custGeom>
              <a:avLst/>
              <a:gdLst/>
              <a:ahLst/>
              <a:cxnLst/>
              <a:rect l="l" t="t" r="r" b="b"/>
              <a:pathLst>
                <a:path w="1802" h="1789" extrusionOk="0">
                  <a:moveTo>
                    <a:pt x="899" y="0"/>
                  </a:moveTo>
                  <a:cubicBezTo>
                    <a:pt x="412" y="0"/>
                    <a:pt x="11" y="394"/>
                    <a:pt x="7" y="883"/>
                  </a:cubicBezTo>
                  <a:cubicBezTo>
                    <a:pt x="0" y="1377"/>
                    <a:pt x="397" y="1782"/>
                    <a:pt x="891" y="1789"/>
                  </a:cubicBezTo>
                  <a:cubicBezTo>
                    <a:pt x="894" y="1789"/>
                    <a:pt x="897" y="1789"/>
                    <a:pt x="899" y="1789"/>
                  </a:cubicBezTo>
                  <a:cubicBezTo>
                    <a:pt x="1388" y="1789"/>
                    <a:pt x="1789" y="1396"/>
                    <a:pt x="1795" y="904"/>
                  </a:cubicBezTo>
                  <a:cubicBezTo>
                    <a:pt x="1802" y="409"/>
                    <a:pt x="1405" y="5"/>
                    <a:pt x="911" y="0"/>
                  </a:cubicBezTo>
                  <a:cubicBezTo>
                    <a:pt x="907" y="0"/>
                    <a:pt x="903" y="0"/>
                    <a:pt x="899" y="0"/>
                  </a:cubicBezTo>
                  <a:close/>
                </a:path>
              </a:pathLst>
            </a:custGeom>
            <a:solidFill>
              <a:srgbClr val="68D3E3"/>
            </a:solidFill>
            <a:ln>
              <a:noFill/>
            </a:ln>
          </p:spPr>
          <p:txBody>
            <a:bodyPr spcFirstLastPara="1" wrap="square" lIns="121900" tIns="121900" rIns="121900" bIns="121900" anchor="ctr" anchorCtr="0">
              <a:noAutofit/>
            </a:bodyPr>
            <a:lstStyle/>
            <a:p>
              <a:endParaRPr sz="2400"/>
            </a:p>
          </p:txBody>
        </p:sp>
        <p:sp>
          <p:nvSpPr>
            <p:cNvPr id="4090" name="Google Shape;4090;p32"/>
            <p:cNvSpPr/>
            <p:nvPr/>
          </p:nvSpPr>
          <p:spPr>
            <a:xfrm>
              <a:off x="2866161" y="2689931"/>
              <a:ext cx="374902" cy="374906"/>
            </a:xfrm>
            <a:custGeom>
              <a:avLst/>
              <a:gdLst/>
              <a:ahLst/>
              <a:cxnLst/>
              <a:rect l="l" t="t" r="r" b="b"/>
              <a:pathLst>
                <a:path w="1950" h="1937" extrusionOk="0">
                  <a:moveTo>
                    <a:pt x="986" y="148"/>
                  </a:moveTo>
                  <a:cubicBezTo>
                    <a:pt x="1438" y="152"/>
                    <a:pt x="1802" y="525"/>
                    <a:pt x="1795" y="979"/>
                  </a:cubicBezTo>
                  <a:cubicBezTo>
                    <a:pt x="1791" y="1425"/>
                    <a:pt x="1423" y="1789"/>
                    <a:pt x="975" y="1789"/>
                  </a:cubicBezTo>
                  <a:lnTo>
                    <a:pt x="966" y="1789"/>
                  </a:lnTo>
                  <a:cubicBezTo>
                    <a:pt x="514" y="1784"/>
                    <a:pt x="150" y="1412"/>
                    <a:pt x="155" y="960"/>
                  </a:cubicBezTo>
                  <a:cubicBezTo>
                    <a:pt x="161" y="512"/>
                    <a:pt x="527" y="148"/>
                    <a:pt x="975" y="148"/>
                  </a:cubicBezTo>
                  <a:close/>
                  <a:moveTo>
                    <a:pt x="975" y="0"/>
                  </a:moveTo>
                  <a:cubicBezTo>
                    <a:pt x="448" y="0"/>
                    <a:pt x="13" y="429"/>
                    <a:pt x="7" y="958"/>
                  </a:cubicBezTo>
                  <a:cubicBezTo>
                    <a:pt x="0" y="1491"/>
                    <a:pt x="431" y="1930"/>
                    <a:pt x="964" y="1936"/>
                  </a:cubicBezTo>
                  <a:lnTo>
                    <a:pt x="975" y="1936"/>
                  </a:lnTo>
                  <a:cubicBezTo>
                    <a:pt x="1504" y="1936"/>
                    <a:pt x="1939" y="1508"/>
                    <a:pt x="1945" y="979"/>
                  </a:cubicBezTo>
                  <a:cubicBezTo>
                    <a:pt x="1949" y="446"/>
                    <a:pt x="1521" y="7"/>
                    <a:pt x="988" y="0"/>
                  </a:cubicBez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4091" name="Google Shape;4091;p32"/>
            <p:cNvSpPr/>
            <p:nvPr/>
          </p:nvSpPr>
          <p:spPr>
            <a:xfrm>
              <a:off x="2944794" y="2696124"/>
              <a:ext cx="217635" cy="360777"/>
            </a:xfrm>
            <a:custGeom>
              <a:avLst/>
              <a:gdLst/>
              <a:ahLst/>
              <a:cxnLst/>
              <a:rect l="l" t="t" r="r" b="b"/>
              <a:pathLst>
                <a:path w="1132" h="1864" extrusionOk="0">
                  <a:moveTo>
                    <a:pt x="574" y="86"/>
                  </a:moveTo>
                  <a:cubicBezTo>
                    <a:pt x="874" y="264"/>
                    <a:pt x="1056" y="589"/>
                    <a:pt x="1052" y="938"/>
                  </a:cubicBezTo>
                  <a:cubicBezTo>
                    <a:pt x="1050" y="1288"/>
                    <a:pt x="859" y="1607"/>
                    <a:pt x="555" y="1780"/>
                  </a:cubicBezTo>
                  <a:cubicBezTo>
                    <a:pt x="258" y="1600"/>
                    <a:pt x="73" y="1275"/>
                    <a:pt x="78" y="926"/>
                  </a:cubicBezTo>
                  <a:cubicBezTo>
                    <a:pt x="82" y="577"/>
                    <a:pt x="272" y="257"/>
                    <a:pt x="574" y="86"/>
                  </a:cubicBezTo>
                  <a:close/>
                  <a:moveTo>
                    <a:pt x="577" y="0"/>
                  </a:moveTo>
                  <a:lnTo>
                    <a:pt x="557" y="11"/>
                  </a:lnTo>
                  <a:cubicBezTo>
                    <a:pt x="221" y="193"/>
                    <a:pt x="9" y="542"/>
                    <a:pt x="5" y="926"/>
                  </a:cubicBezTo>
                  <a:cubicBezTo>
                    <a:pt x="0" y="1309"/>
                    <a:pt x="204" y="1665"/>
                    <a:pt x="536" y="1853"/>
                  </a:cubicBezTo>
                  <a:lnTo>
                    <a:pt x="555" y="1864"/>
                  </a:lnTo>
                  <a:lnTo>
                    <a:pt x="572" y="1855"/>
                  </a:lnTo>
                  <a:cubicBezTo>
                    <a:pt x="911" y="1673"/>
                    <a:pt x="1123" y="1322"/>
                    <a:pt x="1127" y="938"/>
                  </a:cubicBezTo>
                  <a:cubicBezTo>
                    <a:pt x="1131" y="555"/>
                    <a:pt x="928" y="200"/>
                    <a:pt x="594" y="11"/>
                  </a:cubicBezTo>
                  <a:lnTo>
                    <a:pt x="577"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4092" name="Google Shape;4092;p32"/>
            <p:cNvSpPr/>
            <p:nvPr/>
          </p:nvSpPr>
          <p:spPr>
            <a:xfrm>
              <a:off x="2922781" y="2751673"/>
              <a:ext cx="261662" cy="60194"/>
            </a:xfrm>
            <a:custGeom>
              <a:avLst/>
              <a:gdLst/>
              <a:ahLst/>
              <a:cxnLst/>
              <a:rect l="l" t="t" r="r" b="b"/>
              <a:pathLst>
                <a:path w="1361" h="311" extrusionOk="0">
                  <a:moveTo>
                    <a:pt x="48" y="0"/>
                  </a:moveTo>
                  <a:lnTo>
                    <a:pt x="1" y="56"/>
                  </a:lnTo>
                  <a:cubicBezTo>
                    <a:pt x="74" y="120"/>
                    <a:pt x="157" y="172"/>
                    <a:pt x="245" y="215"/>
                  </a:cubicBezTo>
                  <a:cubicBezTo>
                    <a:pt x="382" y="277"/>
                    <a:pt x="528" y="309"/>
                    <a:pt x="678" y="311"/>
                  </a:cubicBezTo>
                  <a:lnTo>
                    <a:pt x="688" y="311"/>
                  </a:lnTo>
                  <a:cubicBezTo>
                    <a:pt x="836" y="311"/>
                    <a:pt x="977" y="281"/>
                    <a:pt x="1112" y="223"/>
                  </a:cubicBezTo>
                  <a:cubicBezTo>
                    <a:pt x="1202" y="185"/>
                    <a:pt x="1286" y="131"/>
                    <a:pt x="1361" y="69"/>
                  </a:cubicBezTo>
                  <a:lnTo>
                    <a:pt x="1314" y="13"/>
                  </a:lnTo>
                  <a:cubicBezTo>
                    <a:pt x="1243" y="71"/>
                    <a:pt x="1166" y="118"/>
                    <a:pt x="1082" y="155"/>
                  </a:cubicBezTo>
                  <a:cubicBezTo>
                    <a:pt x="960" y="208"/>
                    <a:pt x="830" y="238"/>
                    <a:pt x="698" y="238"/>
                  </a:cubicBezTo>
                  <a:cubicBezTo>
                    <a:pt x="693" y="238"/>
                    <a:pt x="689" y="238"/>
                    <a:pt x="684" y="238"/>
                  </a:cubicBezTo>
                  <a:lnTo>
                    <a:pt x="682" y="275"/>
                  </a:lnTo>
                  <a:lnTo>
                    <a:pt x="680" y="238"/>
                  </a:lnTo>
                  <a:cubicBezTo>
                    <a:pt x="538" y="236"/>
                    <a:pt x="403" y="206"/>
                    <a:pt x="277" y="146"/>
                  </a:cubicBezTo>
                  <a:cubicBezTo>
                    <a:pt x="194" y="107"/>
                    <a:pt x="119" y="58"/>
                    <a:pt x="48" y="0"/>
                  </a:cubicBez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4093" name="Google Shape;4093;p32"/>
            <p:cNvSpPr/>
            <p:nvPr/>
          </p:nvSpPr>
          <p:spPr>
            <a:xfrm>
              <a:off x="2921531" y="2937287"/>
              <a:ext cx="264162" cy="61549"/>
            </a:xfrm>
            <a:custGeom>
              <a:avLst/>
              <a:gdLst/>
              <a:ahLst/>
              <a:cxnLst/>
              <a:rect l="l" t="t" r="r" b="b"/>
              <a:pathLst>
                <a:path w="1374" h="318" extrusionOk="0">
                  <a:moveTo>
                    <a:pt x="686" y="1"/>
                  </a:moveTo>
                  <a:cubicBezTo>
                    <a:pt x="536" y="1"/>
                    <a:pt x="388" y="31"/>
                    <a:pt x="253" y="91"/>
                  </a:cubicBezTo>
                  <a:cubicBezTo>
                    <a:pt x="161" y="132"/>
                    <a:pt x="78" y="185"/>
                    <a:pt x="1" y="249"/>
                  </a:cubicBezTo>
                  <a:lnTo>
                    <a:pt x="48" y="307"/>
                  </a:lnTo>
                  <a:cubicBezTo>
                    <a:pt x="119" y="247"/>
                    <a:pt x="198" y="198"/>
                    <a:pt x="283" y="159"/>
                  </a:cubicBezTo>
                  <a:cubicBezTo>
                    <a:pt x="406" y="106"/>
                    <a:pt x="538" y="76"/>
                    <a:pt x="674" y="76"/>
                  </a:cubicBezTo>
                  <a:cubicBezTo>
                    <a:pt x="679" y="76"/>
                    <a:pt x="683" y="76"/>
                    <a:pt x="688" y="76"/>
                  </a:cubicBezTo>
                  <a:cubicBezTo>
                    <a:pt x="830" y="76"/>
                    <a:pt x="964" y="108"/>
                    <a:pt x="1091" y="166"/>
                  </a:cubicBezTo>
                  <a:lnTo>
                    <a:pt x="1095" y="168"/>
                  </a:lnTo>
                  <a:cubicBezTo>
                    <a:pt x="1179" y="207"/>
                    <a:pt x="1256" y="258"/>
                    <a:pt x="1324" y="318"/>
                  </a:cubicBezTo>
                  <a:lnTo>
                    <a:pt x="1374" y="262"/>
                  </a:lnTo>
                  <a:cubicBezTo>
                    <a:pt x="1299" y="196"/>
                    <a:pt x="1213" y="140"/>
                    <a:pt x="1123" y="97"/>
                  </a:cubicBezTo>
                  <a:lnTo>
                    <a:pt x="1114" y="95"/>
                  </a:lnTo>
                  <a:cubicBezTo>
                    <a:pt x="982" y="33"/>
                    <a:pt x="838" y="3"/>
                    <a:pt x="686" y="1"/>
                  </a:cubicBez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4094" name="Google Shape;4094;p32"/>
            <p:cNvSpPr/>
            <p:nvPr/>
          </p:nvSpPr>
          <p:spPr>
            <a:xfrm>
              <a:off x="3051690" y="2704060"/>
              <a:ext cx="3845" cy="346648"/>
            </a:xfrm>
            <a:custGeom>
              <a:avLst/>
              <a:gdLst/>
              <a:ahLst/>
              <a:cxnLst/>
              <a:rect l="l" t="t" r="r" b="b"/>
              <a:pathLst>
                <a:path w="20" h="1791" extrusionOk="0">
                  <a:moveTo>
                    <a:pt x="20" y="0"/>
                  </a:moveTo>
                  <a:lnTo>
                    <a:pt x="0" y="1791"/>
                  </a:lnTo>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095" name="Google Shape;4095;p32"/>
            <p:cNvSpPr/>
            <p:nvPr/>
          </p:nvSpPr>
          <p:spPr>
            <a:xfrm>
              <a:off x="3044480" y="2704834"/>
              <a:ext cx="18264" cy="346648"/>
            </a:xfrm>
            <a:custGeom>
              <a:avLst/>
              <a:gdLst/>
              <a:ahLst/>
              <a:cxnLst/>
              <a:rect l="l" t="t" r="r" b="b"/>
              <a:pathLst>
                <a:path w="95" h="1791" extrusionOk="0">
                  <a:moveTo>
                    <a:pt x="20" y="0"/>
                  </a:moveTo>
                  <a:lnTo>
                    <a:pt x="0" y="1791"/>
                  </a:lnTo>
                  <a:lnTo>
                    <a:pt x="73" y="1791"/>
                  </a:lnTo>
                  <a:lnTo>
                    <a:pt x="95" y="3"/>
                  </a:lnTo>
                  <a:lnTo>
                    <a:pt x="20"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4096" name="Google Shape;4096;p32"/>
            <p:cNvSpPr/>
            <p:nvPr/>
          </p:nvSpPr>
          <p:spPr>
            <a:xfrm>
              <a:off x="2881349" y="2875158"/>
              <a:ext cx="344525" cy="4452"/>
            </a:xfrm>
            <a:custGeom>
              <a:avLst/>
              <a:gdLst/>
              <a:ahLst/>
              <a:cxnLst/>
              <a:rect l="l" t="t" r="r" b="b"/>
              <a:pathLst>
                <a:path w="1792" h="23" extrusionOk="0">
                  <a:moveTo>
                    <a:pt x="1791" y="22"/>
                  </a:moveTo>
                  <a:lnTo>
                    <a:pt x="1" y="1"/>
                  </a:lnTo>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097" name="Google Shape;4097;p32"/>
            <p:cNvSpPr/>
            <p:nvPr/>
          </p:nvSpPr>
          <p:spPr>
            <a:xfrm>
              <a:off x="2881446" y="2868964"/>
              <a:ext cx="344333" cy="18387"/>
            </a:xfrm>
            <a:custGeom>
              <a:avLst/>
              <a:gdLst/>
              <a:ahLst/>
              <a:cxnLst/>
              <a:rect l="l" t="t" r="r" b="b"/>
              <a:pathLst>
                <a:path w="1791" h="95" extrusionOk="0">
                  <a:moveTo>
                    <a:pt x="2" y="1"/>
                  </a:moveTo>
                  <a:lnTo>
                    <a:pt x="0" y="75"/>
                  </a:lnTo>
                  <a:lnTo>
                    <a:pt x="1791" y="95"/>
                  </a:lnTo>
                  <a:lnTo>
                    <a:pt x="1791" y="22"/>
                  </a:lnTo>
                  <a:lnTo>
                    <a:pt x="2" y="1"/>
                  </a:lnTo>
                  <a:close/>
                </a:path>
              </a:pathLst>
            </a:custGeom>
            <a:solidFill>
              <a:srgbClr val="595959"/>
            </a:solidFill>
            <a:ln>
              <a:noFill/>
            </a:ln>
          </p:spPr>
          <p:txBody>
            <a:bodyPr spcFirstLastPara="1" wrap="square" lIns="121900" tIns="121900" rIns="121900" bIns="121900" anchor="ctr" anchorCtr="0">
              <a:noAutofit/>
            </a:bodyPr>
            <a:lstStyle/>
            <a:p>
              <a:endParaRPr sz="2400"/>
            </a:p>
          </p:txBody>
        </p:sp>
      </p:grpSp>
      <p:grpSp>
        <p:nvGrpSpPr>
          <p:cNvPr id="4156" name="Google Shape;4156;p32"/>
          <p:cNvGrpSpPr/>
          <p:nvPr/>
        </p:nvGrpSpPr>
        <p:grpSpPr>
          <a:xfrm>
            <a:off x="5773889" y="1854524"/>
            <a:ext cx="649832" cy="499872"/>
            <a:chOff x="4683883" y="2650711"/>
            <a:chExt cx="487374" cy="374904"/>
          </a:xfrm>
        </p:grpSpPr>
        <p:sp>
          <p:nvSpPr>
            <p:cNvPr id="4157" name="Google Shape;4157;p32"/>
            <p:cNvSpPr/>
            <p:nvPr/>
          </p:nvSpPr>
          <p:spPr>
            <a:xfrm>
              <a:off x="4701121" y="2667668"/>
              <a:ext cx="313817" cy="260389"/>
            </a:xfrm>
            <a:custGeom>
              <a:avLst/>
              <a:gdLst/>
              <a:ahLst/>
              <a:cxnLst/>
              <a:rect l="l" t="t" r="r" b="b"/>
              <a:pathLst>
                <a:path w="1329" h="1121" extrusionOk="0">
                  <a:moveTo>
                    <a:pt x="56" y="0"/>
                  </a:moveTo>
                  <a:cubicBezTo>
                    <a:pt x="26" y="0"/>
                    <a:pt x="1" y="26"/>
                    <a:pt x="1" y="58"/>
                  </a:cubicBezTo>
                  <a:lnTo>
                    <a:pt x="1" y="887"/>
                  </a:lnTo>
                  <a:lnTo>
                    <a:pt x="1" y="923"/>
                  </a:lnTo>
                  <a:lnTo>
                    <a:pt x="1" y="1120"/>
                  </a:lnTo>
                  <a:lnTo>
                    <a:pt x="172" y="943"/>
                  </a:lnTo>
                  <a:lnTo>
                    <a:pt x="1271" y="943"/>
                  </a:lnTo>
                  <a:cubicBezTo>
                    <a:pt x="1303" y="943"/>
                    <a:pt x="1328" y="917"/>
                    <a:pt x="1328" y="887"/>
                  </a:cubicBezTo>
                  <a:lnTo>
                    <a:pt x="1328" y="58"/>
                  </a:lnTo>
                  <a:cubicBezTo>
                    <a:pt x="1328" y="26"/>
                    <a:pt x="1303" y="0"/>
                    <a:pt x="1271" y="0"/>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4158" name="Google Shape;4158;p32"/>
            <p:cNvSpPr/>
            <p:nvPr/>
          </p:nvSpPr>
          <p:spPr>
            <a:xfrm>
              <a:off x="4683883" y="2650711"/>
              <a:ext cx="348292" cy="294766"/>
            </a:xfrm>
            <a:custGeom>
              <a:avLst/>
              <a:gdLst/>
              <a:ahLst/>
              <a:cxnLst/>
              <a:rect l="l" t="t" r="r" b="b"/>
              <a:pathLst>
                <a:path w="1475" h="1269" extrusionOk="0">
                  <a:moveTo>
                    <a:pt x="1326" y="148"/>
                  </a:moveTo>
                  <a:lnTo>
                    <a:pt x="1326" y="943"/>
                  </a:lnTo>
                  <a:lnTo>
                    <a:pt x="245" y="943"/>
                  </a:lnTo>
                  <a:cubicBezTo>
                    <a:pt x="223" y="943"/>
                    <a:pt x="204" y="949"/>
                    <a:pt x="191" y="964"/>
                  </a:cubicBezTo>
                  <a:lnTo>
                    <a:pt x="149" y="1009"/>
                  </a:lnTo>
                  <a:lnTo>
                    <a:pt x="149" y="148"/>
                  </a:lnTo>
                  <a:close/>
                  <a:moveTo>
                    <a:pt x="129" y="0"/>
                  </a:moveTo>
                  <a:cubicBezTo>
                    <a:pt x="59" y="0"/>
                    <a:pt x="1" y="58"/>
                    <a:pt x="1" y="131"/>
                  </a:cubicBezTo>
                  <a:lnTo>
                    <a:pt x="1" y="1193"/>
                  </a:lnTo>
                  <a:cubicBezTo>
                    <a:pt x="1" y="1223"/>
                    <a:pt x="18" y="1251"/>
                    <a:pt x="46" y="1262"/>
                  </a:cubicBezTo>
                  <a:cubicBezTo>
                    <a:pt x="54" y="1266"/>
                    <a:pt x="65" y="1268"/>
                    <a:pt x="74" y="1268"/>
                  </a:cubicBezTo>
                  <a:cubicBezTo>
                    <a:pt x="93" y="1268"/>
                    <a:pt x="112" y="1260"/>
                    <a:pt x="127" y="1245"/>
                  </a:cubicBezTo>
                  <a:lnTo>
                    <a:pt x="277" y="1091"/>
                  </a:lnTo>
                  <a:lnTo>
                    <a:pt x="1344" y="1091"/>
                  </a:lnTo>
                  <a:cubicBezTo>
                    <a:pt x="1416" y="1091"/>
                    <a:pt x="1474" y="1033"/>
                    <a:pt x="1474" y="960"/>
                  </a:cubicBezTo>
                  <a:lnTo>
                    <a:pt x="1474" y="131"/>
                  </a:lnTo>
                  <a:cubicBezTo>
                    <a:pt x="1474" y="58"/>
                    <a:pt x="1416" y="0"/>
                    <a:pt x="1344" y="0"/>
                  </a:cubicBez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4159" name="Google Shape;4159;p32"/>
            <p:cNvSpPr/>
            <p:nvPr/>
          </p:nvSpPr>
          <p:spPr>
            <a:xfrm>
              <a:off x="4732527" y="2764529"/>
              <a:ext cx="250062" cy="26712"/>
            </a:xfrm>
            <a:custGeom>
              <a:avLst/>
              <a:gdLst/>
              <a:ahLst/>
              <a:cxnLst/>
              <a:rect l="l" t="t" r="r" b="b"/>
              <a:pathLst>
                <a:path w="1059" h="115" extrusionOk="0">
                  <a:moveTo>
                    <a:pt x="1003" y="1"/>
                  </a:moveTo>
                  <a:lnTo>
                    <a:pt x="56" y="3"/>
                  </a:lnTo>
                  <a:cubicBezTo>
                    <a:pt x="26" y="3"/>
                    <a:pt x="0" y="29"/>
                    <a:pt x="0" y="59"/>
                  </a:cubicBezTo>
                  <a:cubicBezTo>
                    <a:pt x="0" y="89"/>
                    <a:pt x="26" y="114"/>
                    <a:pt x="56" y="114"/>
                  </a:cubicBezTo>
                  <a:lnTo>
                    <a:pt x="1003" y="112"/>
                  </a:lnTo>
                  <a:cubicBezTo>
                    <a:pt x="1033" y="112"/>
                    <a:pt x="1058" y="87"/>
                    <a:pt x="1058" y="57"/>
                  </a:cubicBezTo>
                  <a:cubicBezTo>
                    <a:pt x="1058" y="27"/>
                    <a:pt x="1033" y="1"/>
                    <a:pt x="1003" y="1"/>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4160" name="Google Shape;4160;p32"/>
            <p:cNvSpPr/>
            <p:nvPr/>
          </p:nvSpPr>
          <p:spPr>
            <a:xfrm>
              <a:off x="4732527" y="2802391"/>
              <a:ext cx="250062" cy="26248"/>
            </a:xfrm>
            <a:custGeom>
              <a:avLst/>
              <a:gdLst/>
              <a:ahLst/>
              <a:cxnLst/>
              <a:rect l="l" t="t" r="r" b="b"/>
              <a:pathLst>
                <a:path w="1059" h="113" extrusionOk="0">
                  <a:moveTo>
                    <a:pt x="56" y="1"/>
                  </a:moveTo>
                  <a:cubicBezTo>
                    <a:pt x="26" y="1"/>
                    <a:pt x="0" y="26"/>
                    <a:pt x="0" y="56"/>
                  </a:cubicBezTo>
                  <a:cubicBezTo>
                    <a:pt x="0" y="86"/>
                    <a:pt x="26" y="112"/>
                    <a:pt x="56" y="112"/>
                  </a:cubicBezTo>
                  <a:lnTo>
                    <a:pt x="1003" y="110"/>
                  </a:lnTo>
                  <a:cubicBezTo>
                    <a:pt x="1033" y="110"/>
                    <a:pt x="1058" y="86"/>
                    <a:pt x="1058" y="54"/>
                  </a:cubicBezTo>
                  <a:cubicBezTo>
                    <a:pt x="1058" y="24"/>
                    <a:pt x="1033" y="1"/>
                    <a:pt x="1003" y="1"/>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4161" name="Google Shape;4161;p32"/>
            <p:cNvSpPr/>
            <p:nvPr/>
          </p:nvSpPr>
          <p:spPr>
            <a:xfrm>
              <a:off x="4732999" y="2723880"/>
              <a:ext cx="250062" cy="26016"/>
            </a:xfrm>
            <a:custGeom>
              <a:avLst/>
              <a:gdLst/>
              <a:ahLst/>
              <a:cxnLst/>
              <a:rect l="l" t="t" r="r" b="b"/>
              <a:pathLst>
                <a:path w="1059" h="112" extrusionOk="0">
                  <a:moveTo>
                    <a:pt x="1003" y="0"/>
                  </a:moveTo>
                  <a:lnTo>
                    <a:pt x="56" y="2"/>
                  </a:lnTo>
                  <a:cubicBezTo>
                    <a:pt x="26" y="2"/>
                    <a:pt x="0" y="26"/>
                    <a:pt x="0" y="56"/>
                  </a:cubicBezTo>
                  <a:cubicBezTo>
                    <a:pt x="0" y="88"/>
                    <a:pt x="26" y="112"/>
                    <a:pt x="56" y="112"/>
                  </a:cubicBezTo>
                  <a:lnTo>
                    <a:pt x="1003" y="112"/>
                  </a:lnTo>
                  <a:cubicBezTo>
                    <a:pt x="1033" y="112"/>
                    <a:pt x="1059" y="86"/>
                    <a:pt x="1059" y="56"/>
                  </a:cubicBezTo>
                  <a:cubicBezTo>
                    <a:pt x="1059" y="26"/>
                    <a:pt x="1033" y="0"/>
                    <a:pt x="1003" y="0"/>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4162" name="Google Shape;4162;p32"/>
            <p:cNvSpPr/>
            <p:nvPr/>
          </p:nvSpPr>
          <p:spPr>
            <a:xfrm>
              <a:off x="4840203" y="2748270"/>
              <a:ext cx="313817" cy="259924"/>
            </a:xfrm>
            <a:custGeom>
              <a:avLst/>
              <a:gdLst/>
              <a:ahLst/>
              <a:cxnLst/>
              <a:rect l="l" t="t" r="r" b="b"/>
              <a:pathLst>
                <a:path w="1329" h="1119" extrusionOk="0">
                  <a:moveTo>
                    <a:pt x="56" y="0"/>
                  </a:moveTo>
                  <a:cubicBezTo>
                    <a:pt x="26" y="0"/>
                    <a:pt x="1" y="24"/>
                    <a:pt x="1" y="56"/>
                  </a:cubicBezTo>
                  <a:lnTo>
                    <a:pt x="1" y="885"/>
                  </a:lnTo>
                  <a:cubicBezTo>
                    <a:pt x="1" y="917"/>
                    <a:pt x="26" y="940"/>
                    <a:pt x="56" y="940"/>
                  </a:cubicBezTo>
                  <a:lnTo>
                    <a:pt x="1157" y="940"/>
                  </a:lnTo>
                  <a:lnTo>
                    <a:pt x="1328" y="1118"/>
                  </a:lnTo>
                  <a:lnTo>
                    <a:pt x="1328" y="921"/>
                  </a:lnTo>
                  <a:lnTo>
                    <a:pt x="1328" y="885"/>
                  </a:lnTo>
                  <a:lnTo>
                    <a:pt x="1328" y="56"/>
                  </a:lnTo>
                  <a:cubicBezTo>
                    <a:pt x="1328" y="26"/>
                    <a:pt x="1303" y="0"/>
                    <a:pt x="1271" y="0"/>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4163" name="Google Shape;4163;p32"/>
            <p:cNvSpPr/>
            <p:nvPr/>
          </p:nvSpPr>
          <p:spPr>
            <a:xfrm>
              <a:off x="4822493" y="2730849"/>
              <a:ext cx="348764" cy="294766"/>
            </a:xfrm>
            <a:custGeom>
              <a:avLst/>
              <a:gdLst/>
              <a:ahLst/>
              <a:cxnLst/>
              <a:rect l="l" t="t" r="r" b="b"/>
              <a:pathLst>
                <a:path w="1477" h="1269" extrusionOk="0">
                  <a:moveTo>
                    <a:pt x="1328" y="148"/>
                  </a:moveTo>
                  <a:lnTo>
                    <a:pt x="1328" y="1011"/>
                  </a:lnTo>
                  <a:lnTo>
                    <a:pt x="1286" y="966"/>
                  </a:lnTo>
                  <a:cubicBezTo>
                    <a:pt x="1271" y="951"/>
                    <a:pt x="1251" y="943"/>
                    <a:pt x="1232" y="943"/>
                  </a:cubicBezTo>
                  <a:lnTo>
                    <a:pt x="148" y="943"/>
                  </a:lnTo>
                  <a:lnTo>
                    <a:pt x="148" y="148"/>
                  </a:lnTo>
                  <a:close/>
                  <a:moveTo>
                    <a:pt x="131" y="0"/>
                  </a:moveTo>
                  <a:cubicBezTo>
                    <a:pt x="61" y="0"/>
                    <a:pt x="1" y="58"/>
                    <a:pt x="1" y="131"/>
                  </a:cubicBezTo>
                  <a:lnTo>
                    <a:pt x="1" y="960"/>
                  </a:lnTo>
                  <a:cubicBezTo>
                    <a:pt x="1" y="1033"/>
                    <a:pt x="61" y="1090"/>
                    <a:pt x="131" y="1090"/>
                  </a:cubicBezTo>
                  <a:lnTo>
                    <a:pt x="1200" y="1090"/>
                  </a:lnTo>
                  <a:lnTo>
                    <a:pt x="1350" y="1245"/>
                  </a:lnTo>
                  <a:cubicBezTo>
                    <a:pt x="1363" y="1260"/>
                    <a:pt x="1382" y="1268"/>
                    <a:pt x="1403" y="1268"/>
                  </a:cubicBezTo>
                  <a:cubicBezTo>
                    <a:pt x="1412" y="1268"/>
                    <a:pt x="1421" y="1266"/>
                    <a:pt x="1429" y="1262"/>
                  </a:cubicBezTo>
                  <a:cubicBezTo>
                    <a:pt x="1459" y="1251"/>
                    <a:pt x="1476" y="1225"/>
                    <a:pt x="1476" y="1193"/>
                  </a:cubicBezTo>
                  <a:lnTo>
                    <a:pt x="1476" y="131"/>
                  </a:lnTo>
                  <a:cubicBezTo>
                    <a:pt x="1476" y="58"/>
                    <a:pt x="1418" y="0"/>
                    <a:pt x="1346" y="0"/>
                  </a:cubicBez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4164" name="Google Shape;4164;p32"/>
            <p:cNvSpPr/>
            <p:nvPr/>
          </p:nvSpPr>
          <p:spPr>
            <a:xfrm>
              <a:off x="4872081" y="2844667"/>
              <a:ext cx="250062" cy="26248"/>
            </a:xfrm>
            <a:custGeom>
              <a:avLst/>
              <a:gdLst/>
              <a:ahLst/>
              <a:cxnLst/>
              <a:rect l="l" t="t" r="r" b="b"/>
              <a:pathLst>
                <a:path w="1059" h="113" extrusionOk="0">
                  <a:moveTo>
                    <a:pt x="56" y="1"/>
                  </a:moveTo>
                  <a:cubicBezTo>
                    <a:pt x="24" y="1"/>
                    <a:pt x="0" y="24"/>
                    <a:pt x="0" y="56"/>
                  </a:cubicBezTo>
                  <a:cubicBezTo>
                    <a:pt x="0" y="86"/>
                    <a:pt x="24" y="110"/>
                    <a:pt x="56" y="110"/>
                  </a:cubicBezTo>
                  <a:lnTo>
                    <a:pt x="1003" y="112"/>
                  </a:lnTo>
                  <a:cubicBezTo>
                    <a:pt x="1033" y="112"/>
                    <a:pt x="1058" y="86"/>
                    <a:pt x="1056" y="56"/>
                  </a:cubicBezTo>
                  <a:cubicBezTo>
                    <a:pt x="1056" y="26"/>
                    <a:pt x="1033" y="1"/>
                    <a:pt x="1003" y="1"/>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4165" name="Google Shape;4165;p32"/>
            <p:cNvSpPr/>
            <p:nvPr/>
          </p:nvSpPr>
          <p:spPr>
            <a:xfrm>
              <a:off x="4872081" y="2882064"/>
              <a:ext cx="250062" cy="26016"/>
            </a:xfrm>
            <a:custGeom>
              <a:avLst/>
              <a:gdLst/>
              <a:ahLst/>
              <a:cxnLst/>
              <a:rect l="l" t="t" r="r" b="b"/>
              <a:pathLst>
                <a:path w="1059" h="112" extrusionOk="0">
                  <a:moveTo>
                    <a:pt x="56" y="0"/>
                  </a:moveTo>
                  <a:cubicBezTo>
                    <a:pt x="24" y="0"/>
                    <a:pt x="0" y="24"/>
                    <a:pt x="0" y="56"/>
                  </a:cubicBezTo>
                  <a:cubicBezTo>
                    <a:pt x="0" y="86"/>
                    <a:pt x="24" y="110"/>
                    <a:pt x="56" y="110"/>
                  </a:cubicBezTo>
                  <a:lnTo>
                    <a:pt x="1003" y="112"/>
                  </a:lnTo>
                  <a:cubicBezTo>
                    <a:pt x="1033" y="112"/>
                    <a:pt x="1058" y="88"/>
                    <a:pt x="1056" y="56"/>
                  </a:cubicBezTo>
                  <a:cubicBezTo>
                    <a:pt x="1056" y="26"/>
                    <a:pt x="1033" y="0"/>
                    <a:pt x="1003" y="0"/>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4166" name="Google Shape;4166;p32"/>
            <p:cNvSpPr/>
            <p:nvPr/>
          </p:nvSpPr>
          <p:spPr>
            <a:xfrm>
              <a:off x="4872081" y="2804017"/>
              <a:ext cx="250062" cy="26016"/>
            </a:xfrm>
            <a:custGeom>
              <a:avLst/>
              <a:gdLst/>
              <a:ahLst/>
              <a:cxnLst/>
              <a:rect l="l" t="t" r="r" b="b"/>
              <a:pathLst>
                <a:path w="1059" h="112" extrusionOk="0">
                  <a:moveTo>
                    <a:pt x="56" y="0"/>
                  </a:moveTo>
                  <a:cubicBezTo>
                    <a:pt x="24" y="0"/>
                    <a:pt x="0" y="26"/>
                    <a:pt x="0" y="56"/>
                  </a:cubicBezTo>
                  <a:cubicBezTo>
                    <a:pt x="0" y="86"/>
                    <a:pt x="24" y="111"/>
                    <a:pt x="56" y="111"/>
                  </a:cubicBezTo>
                  <a:lnTo>
                    <a:pt x="1003" y="111"/>
                  </a:lnTo>
                  <a:cubicBezTo>
                    <a:pt x="1033" y="111"/>
                    <a:pt x="1058" y="88"/>
                    <a:pt x="1056" y="58"/>
                  </a:cubicBezTo>
                  <a:cubicBezTo>
                    <a:pt x="1056" y="26"/>
                    <a:pt x="1033" y="2"/>
                    <a:pt x="1003" y="2"/>
                  </a:cubicBezTo>
                  <a:lnTo>
                    <a:pt x="56" y="0"/>
                  </a:lnTo>
                  <a:close/>
                </a:path>
              </a:pathLst>
            </a:custGeom>
            <a:solidFill>
              <a:srgbClr val="EEEEEE"/>
            </a:solidFill>
            <a:ln>
              <a:noFill/>
            </a:ln>
          </p:spPr>
          <p:txBody>
            <a:bodyPr spcFirstLastPara="1" wrap="square" lIns="121900" tIns="121900" rIns="121900" bIns="121900" anchor="ctr" anchorCtr="0">
              <a:noAutofit/>
            </a:bodyPr>
            <a:lstStyle/>
            <a:p>
              <a:endParaRPr sz="2400"/>
            </a:p>
          </p:txBody>
        </p:sp>
      </p:grpSp>
      <p:grpSp>
        <p:nvGrpSpPr>
          <p:cNvPr id="4177" name="Google Shape;4177;p32"/>
          <p:cNvGrpSpPr/>
          <p:nvPr/>
        </p:nvGrpSpPr>
        <p:grpSpPr>
          <a:xfrm>
            <a:off x="10532916" y="1852968"/>
            <a:ext cx="458432" cy="502984"/>
            <a:chOff x="6147087" y="2650628"/>
            <a:chExt cx="343824" cy="377238"/>
          </a:xfrm>
        </p:grpSpPr>
        <p:sp>
          <p:nvSpPr>
            <p:cNvPr id="4178" name="Google Shape;4178;p32"/>
            <p:cNvSpPr/>
            <p:nvPr/>
          </p:nvSpPr>
          <p:spPr>
            <a:xfrm>
              <a:off x="6204986" y="2650628"/>
              <a:ext cx="231852" cy="204050"/>
            </a:xfrm>
            <a:custGeom>
              <a:avLst/>
              <a:gdLst/>
              <a:ahLst/>
              <a:cxnLst/>
              <a:rect l="l" t="t" r="r" b="b"/>
              <a:pathLst>
                <a:path w="909" h="800" extrusionOk="0">
                  <a:moveTo>
                    <a:pt x="455" y="0"/>
                  </a:moveTo>
                  <a:cubicBezTo>
                    <a:pt x="373" y="0"/>
                    <a:pt x="291" y="25"/>
                    <a:pt x="221" y="76"/>
                  </a:cubicBezTo>
                  <a:cubicBezTo>
                    <a:pt x="41" y="204"/>
                    <a:pt x="0" y="455"/>
                    <a:pt x="131" y="635"/>
                  </a:cubicBezTo>
                  <a:cubicBezTo>
                    <a:pt x="209" y="743"/>
                    <a:pt x="331" y="800"/>
                    <a:pt x="455" y="800"/>
                  </a:cubicBezTo>
                  <a:cubicBezTo>
                    <a:pt x="536" y="800"/>
                    <a:pt x="617" y="776"/>
                    <a:pt x="688" y="725"/>
                  </a:cubicBezTo>
                  <a:cubicBezTo>
                    <a:pt x="868" y="594"/>
                    <a:pt x="908" y="346"/>
                    <a:pt x="778" y="166"/>
                  </a:cubicBezTo>
                  <a:cubicBezTo>
                    <a:pt x="700" y="57"/>
                    <a:pt x="578" y="0"/>
                    <a:pt x="455" y="0"/>
                  </a:cubicBezTo>
                  <a:close/>
                </a:path>
              </a:pathLst>
            </a:custGeom>
            <a:solidFill>
              <a:srgbClr val="FEBA63"/>
            </a:solidFill>
            <a:ln w="28575" cap="rnd"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179" name="Google Shape;4179;p32"/>
            <p:cNvSpPr/>
            <p:nvPr/>
          </p:nvSpPr>
          <p:spPr>
            <a:xfrm>
              <a:off x="6147087" y="2856719"/>
              <a:ext cx="343824" cy="171147"/>
            </a:xfrm>
            <a:custGeom>
              <a:avLst/>
              <a:gdLst/>
              <a:ahLst/>
              <a:cxnLst/>
              <a:rect l="l" t="t" r="r" b="b"/>
              <a:pathLst>
                <a:path w="1348" h="671" extrusionOk="0">
                  <a:moveTo>
                    <a:pt x="69" y="0"/>
                  </a:moveTo>
                  <a:cubicBezTo>
                    <a:pt x="32" y="0"/>
                    <a:pt x="0" y="35"/>
                    <a:pt x="0" y="80"/>
                  </a:cubicBezTo>
                  <a:lnTo>
                    <a:pt x="0" y="671"/>
                  </a:lnTo>
                  <a:lnTo>
                    <a:pt x="1347" y="671"/>
                  </a:lnTo>
                  <a:lnTo>
                    <a:pt x="1347" y="80"/>
                  </a:lnTo>
                  <a:cubicBezTo>
                    <a:pt x="1347" y="35"/>
                    <a:pt x="1317" y="0"/>
                    <a:pt x="1281" y="0"/>
                  </a:cubicBezTo>
                  <a:close/>
                </a:path>
              </a:pathLst>
            </a:custGeom>
            <a:solidFill>
              <a:srgbClr val="FEBA63"/>
            </a:solidFill>
            <a:ln w="28575" cap="rnd"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4189" name="Google Shape;4189;p32"/>
          <p:cNvSpPr txBox="1"/>
          <p:nvPr/>
        </p:nvSpPr>
        <p:spPr>
          <a:xfrm>
            <a:off x="10001335" y="2508675"/>
            <a:ext cx="1521600" cy="423200"/>
          </a:xfrm>
          <a:prstGeom prst="rect">
            <a:avLst/>
          </a:prstGeom>
          <a:noFill/>
          <a:ln>
            <a:noFill/>
          </a:ln>
        </p:spPr>
        <p:txBody>
          <a:bodyPr spcFirstLastPara="1" wrap="square" lIns="121900" tIns="121900" rIns="121900" bIns="121900" anchor="ctr" anchorCtr="0">
            <a:noAutofit/>
          </a:bodyPr>
          <a:lstStyle/>
          <a:p>
            <a:pPr algn="ctr"/>
            <a:r>
              <a:rPr lang="kk-KZ" sz="2000" dirty="0">
                <a:solidFill>
                  <a:schemeClr val="accent6"/>
                </a:solidFill>
                <a:latin typeface="Fira Sans Extra Condensed Medium"/>
                <a:ea typeface="Fira Sans Extra Condensed Medium"/>
                <a:cs typeface="Fira Sans Extra Condensed Medium"/>
                <a:sym typeface="Fira Sans Extra Condensed Medium"/>
              </a:rPr>
              <a:t>Шығару</a:t>
            </a:r>
            <a:endParaRPr sz="2000" dirty="0">
              <a:solidFill>
                <a:schemeClr val="accent6"/>
              </a:solidFill>
              <a:latin typeface="Fira Sans Extra Condensed Medium"/>
              <a:ea typeface="Fira Sans Extra Condensed Medium"/>
              <a:cs typeface="Fira Sans Extra Condensed Medium"/>
              <a:sym typeface="Fira Sans Extra Condensed Medium"/>
            </a:endParaRPr>
          </a:p>
        </p:txBody>
      </p:sp>
      <p:sp>
        <p:nvSpPr>
          <p:cNvPr id="4192" name="Google Shape;4192;p32"/>
          <p:cNvSpPr txBox="1"/>
          <p:nvPr/>
        </p:nvSpPr>
        <p:spPr>
          <a:xfrm>
            <a:off x="684241" y="2508675"/>
            <a:ext cx="1521600" cy="423200"/>
          </a:xfrm>
          <a:prstGeom prst="rect">
            <a:avLst/>
          </a:prstGeom>
          <a:noFill/>
          <a:ln>
            <a:noFill/>
          </a:ln>
        </p:spPr>
        <p:txBody>
          <a:bodyPr spcFirstLastPara="1" wrap="square" lIns="121900" tIns="121900" rIns="121900" bIns="121900" anchor="ctr" anchorCtr="0">
            <a:noAutofit/>
          </a:bodyPr>
          <a:lstStyle/>
          <a:p>
            <a:pPr algn="ctr"/>
            <a:r>
              <a:rPr lang="kk-KZ" sz="2000" dirty="0">
                <a:solidFill>
                  <a:schemeClr val="accent1"/>
                </a:solidFill>
                <a:latin typeface="Fira Sans Extra Condensed Medium"/>
                <a:ea typeface="Fira Sans Extra Condensed Medium"/>
                <a:cs typeface="Fira Sans Extra Condensed Medium"/>
                <a:sym typeface="Fira Sans Extra Condensed Medium"/>
              </a:rPr>
              <a:t>Енгізу</a:t>
            </a:r>
            <a:endParaRPr sz="2000" dirty="0">
              <a:solidFill>
                <a:schemeClr val="accent1"/>
              </a:solidFill>
              <a:latin typeface="Fira Sans Extra Condensed Medium"/>
              <a:ea typeface="Fira Sans Extra Condensed Medium"/>
              <a:cs typeface="Fira Sans Extra Condensed Medium"/>
              <a:sym typeface="Fira Sans Extra Condensed Medium"/>
            </a:endParaRPr>
          </a:p>
        </p:txBody>
      </p:sp>
      <p:sp>
        <p:nvSpPr>
          <p:cNvPr id="4" name="TextBox 3">
            <a:extLst>
              <a:ext uri="{FF2B5EF4-FFF2-40B4-BE49-F238E27FC236}">
                <a16:creationId xmlns="" xmlns:a16="http://schemas.microsoft.com/office/drawing/2014/main" id="{4B749ABA-9C2C-4D0E-8B45-7CDD5555B6BD}"/>
              </a:ext>
            </a:extLst>
          </p:cNvPr>
          <p:cNvSpPr txBox="1"/>
          <p:nvPr/>
        </p:nvSpPr>
        <p:spPr>
          <a:xfrm>
            <a:off x="1686391" y="838083"/>
            <a:ext cx="10304521" cy="830997"/>
          </a:xfrm>
          <a:prstGeom prst="rect">
            <a:avLst/>
          </a:prstGeom>
          <a:noFill/>
        </p:spPr>
        <p:txBody>
          <a:bodyPr wrap="square">
            <a:spAutoFit/>
          </a:bodyPr>
          <a:lstStyle/>
          <a:p>
            <a:r>
              <a:rPr lang="ru-RU" sz="2400" b="1" dirty="0">
                <a:latin typeface="Times New Roman" panose="02020603050405020304" pitchFamily="18" charset="0"/>
                <a:cs typeface="Times New Roman" panose="02020603050405020304" pitchFamily="18" charset="0"/>
              </a:rPr>
              <a:t>Перифериялық құрылғы </a:t>
            </a:r>
            <a:r>
              <a:rPr lang="ru-RU" sz="2400" dirty="0">
                <a:latin typeface="Times New Roman" panose="02020603050405020304" pitchFamily="18" charset="0"/>
                <a:cs typeface="Times New Roman" panose="02020603050405020304" pitchFamily="18" charset="0"/>
              </a:rPr>
              <a:t>- Бұл компьютерге әр түрлі қосылыстар арқылы қосылған компьютерлік құрылғы.</a:t>
            </a: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0183C511-4A45-6442-3DB0-B1AB9BE53E42}"/>
              </a:ext>
            </a:extLst>
          </p:cNvPr>
          <p:cNvPicPr>
            <a:picLocks noChangeAspect="1"/>
          </p:cNvPicPr>
          <p:nvPr/>
        </p:nvPicPr>
        <p:blipFill>
          <a:blip r:embed="rId3"/>
          <a:stretch>
            <a:fillRect/>
          </a:stretch>
        </p:blipFill>
        <p:spPr>
          <a:xfrm>
            <a:off x="2784436" y="2296481"/>
            <a:ext cx="7061200" cy="449152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5200"/>
        <p:cNvGrpSpPr/>
        <p:nvPr/>
      </p:nvGrpSpPr>
      <p:grpSpPr>
        <a:xfrm>
          <a:off x="0" y="0"/>
          <a:ext cx="0" cy="0"/>
          <a:chOff x="0" y="0"/>
          <a:chExt cx="0" cy="0"/>
        </a:xfrm>
      </p:grpSpPr>
      <p:sp>
        <p:nvSpPr>
          <p:cNvPr id="5201" name="Google Shape;5201;p39"/>
          <p:cNvSpPr txBox="1">
            <a:spLocks noGrp="1"/>
          </p:cNvSpPr>
          <p:nvPr>
            <p:ph type="title"/>
          </p:nvPr>
        </p:nvSpPr>
        <p:spPr>
          <a:xfrm>
            <a:off x="476186" y="198577"/>
            <a:ext cx="11360800" cy="763600"/>
          </a:xfrm>
          <a:prstGeom prst="rect">
            <a:avLst/>
          </a:prstGeom>
        </p:spPr>
        <p:txBody>
          <a:bodyPr spcFirstLastPara="1" vert="horz" wrap="square" lIns="121900" tIns="121900" rIns="121900" bIns="121900" rtlCol="0" anchor="ctr" anchorCtr="0">
            <a:noAutofit/>
          </a:bodyPr>
          <a:lstStyle/>
          <a:p>
            <a:pPr algn="ctr">
              <a:spcBef>
                <a:spcPts val="0"/>
              </a:spcBef>
            </a:pPr>
            <a:r>
              <a:rPr lang="ru-RU" b="1" dirty="0">
                <a:solidFill>
                  <a:schemeClr val="tx1"/>
                </a:solidFill>
                <a:latin typeface="Times New Roman" panose="02020603050405020304" pitchFamily="18" charset="0"/>
                <a:cs typeface="Times New Roman" panose="02020603050405020304" pitchFamily="18" charset="0"/>
              </a:rPr>
              <a:t>Енгізу құрылғылары. Монитор</a:t>
            </a:r>
            <a:endParaRPr dirty="0">
              <a:latin typeface="Times New Roman" panose="02020603050405020304" pitchFamily="18" charset="0"/>
              <a:cs typeface="Times New Roman" panose="02020603050405020304" pitchFamily="18" charset="0"/>
            </a:endParaRPr>
          </a:p>
        </p:txBody>
      </p:sp>
      <p:grpSp>
        <p:nvGrpSpPr>
          <p:cNvPr id="5202" name="Google Shape;5202;p39"/>
          <p:cNvGrpSpPr/>
          <p:nvPr/>
        </p:nvGrpSpPr>
        <p:grpSpPr>
          <a:xfrm>
            <a:off x="3745401" y="1786734"/>
            <a:ext cx="4769724" cy="4395853"/>
            <a:chOff x="2809050" y="1340050"/>
            <a:chExt cx="3577293" cy="3296890"/>
          </a:xfrm>
        </p:grpSpPr>
        <p:sp>
          <p:nvSpPr>
            <p:cNvPr id="5203" name="Google Shape;5203;p39"/>
            <p:cNvSpPr/>
            <p:nvPr/>
          </p:nvSpPr>
          <p:spPr>
            <a:xfrm>
              <a:off x="3140380" y="2997050"/>
              <a:ext cx="2883246" cy="1354914"/>
            </a:xfrm>
            <a:custGeom>
              <a:avLst/>
              <a:gdLst/>
              <a:ahLst/>
              <a:cxnLst/>
              <a:rect l="l" t="t" r="r" b="b"/>
              <a:pathLst>
                <a:path w="16360" h="7688" extrusionOk="0">
                  <a:moveTo>
                    <a:pt x="1" y="0"/>
                  </a:moveTo>
                  <a:lnTo>
                    <a:pt x="1826" y="6353"/>
                  </a:lnTo>
                  <a:lnTo>
                    <a:pt x="13066" y="7687"/>
                  </a:lnTo>
                  <a:lnTo>
                    <a:pt x="16360" y="0"/>
                  </a:lnTo>
                  <a:close/>
                </a:path>
              </a:pathLst>
            </a:custGeom>
            <a:solidFill>
              <a:srgbClr val="E7BC3D"/>
            </a:solidFill>
            <a:ln>
              <a:noFill/>
            </a:ln>
          </p:spPr>
          <p:txBody>
            <a:bodyPr spcFirstLastPara="1" wrap="square" lIns="121900" tIns="121900" rIns="121900" bIns="121900" anchor="ctr" anchorCtr="0">
              <a:noAutofit/>
            </a:bodyPr>
            <a:lstStyle/>
            <a:p>
              <a:endParaRPr sz="2400"/>
            </a:p>
          </p:txBody>
        </p:sp>
        <p:sp>
          <p:nvSpPr>
            <p:cNvPr id="5204" name="Google Shape;5204;p39"/>
            <p:cNvSpPr/>
            <p:nvPr/>
          </p:nvSpPr>
          <p:spPr>
            <a:xfrm>
              <a:off x="5142811" y="2468157"/>
              <a:ext cx="187517" cy="516552"/>
            </a:xfrm>
            <a:custGeom>
              <a:avLst/>
              <a:gdLst/>
              <a:ahLst/>
              <a:cxnLst/>
              <a:rect l="l" t="t" r="r" b="b"/>
              <a:pathLst>
                <a:path w="1064" h="2931" extrusionOk="0">
                  <a:moveTo>
                    <a:pt x="121" y="1"/>
                  </a:moveTo>
                  <a:cubicBezTo>
                    <a:pt x="54" y="1"/>
                    <a:pt x="1" y="54"/>
                    <a:pt x="1" y="121"/>
                  </a:cubicBezTo>
                  <a:lnTo>
                    <a:pt x="1" y="2811"/>
                  </a:lnTo>
                  <a:cubicBezTo>
                    <a:pt x="1" y="2877"/>
                    <a:pt x="54" y="2931"/>
                    <a:pt x="121" y="2931"/>
                  </a:cubicBezTo>
                  <a:lnTo>
                    <a:pt x="943" y="2931"/>
                  </a:lnTo>
                  <a:cubicBezTo>
                    <a:pt x="1010" y="2931"/>
                    <a:pt x="1063" y="2877"/>
                    <a:pt x="1063" y="2811"/>
                  </a:cubicBezTo>
                  <a:lnTo>
                    <a:pt x="1063" y="121"/>
                  </a:lnTo>
                  <a:cubicBezTo>
                    <a:pt x="1063" y="54"/>
                    <a:pt x="1010" y="1"/>
                    <a:pt x="943" y="1"/>
                  </a:cubicBezTo>
                  <a:close/>
                </a:path>
              </a:pathLst>
            </a:custGeom>
            <a:solidFill>
              <a:srgbClr val="68D3E3"/>
            </a:solidFill>
            <a:ln>
              <a:noFill/>
            </a:ln>
          </p:spPr>
          <p:txBody>
            <a:bodyPr spcFirstLastPara="1" wrap="square" lIns="121900" tIns="121900" rIns="121900" bIns="121900" anchor="ctr" anchorCtr="0">
              <a:noAutofit/>
            </a:bodyPr>
            <a:lstStyle/>
            <a:p>
              <a:endParaRPr sz="2400"/>
            </a:p>
          </p:txBody>
        </p:sp>
        <p:sp>
          <p:nvSpPr>
            <p:cNvPr id="5205" name="Google Shape;5205;p39"/>
            <p:cNvSpPr/>
            <p:nvPr/>
          </p:nvSpPr>
          <p:spPr>
            <a:xfrm>
              <a:off x="5187047" y="2593463"/>
              <a:ext cx="99045" cy="212366"/>
            </a:xfrm>
            <a:custGeom>
              <a:avLst/>
              <a:gdLst/>
              <a:ahLst/>
              <a:cxnLst/>
              <a:rect l="l" t="t" r="r" b="b"/>
              <a:pathLst>
                <a:path w="562" h="1205" extrusionOk="0">
                  <a:moveTo>
                    <a:pt x="0" y="1"/>
                  </a:moveTo>
                  <a:lnTo>
                    <a:pt x="0" y="1205"/>
                  </a:lnTo>
                  <a:lnTo>
                    <a:pt x="562" y="1205"/>
                  </a:lnTo>
                  <a:lnTo>
                    <a:pt x="562"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206" name="Google Shape;5206;p39"/>
            <p:cNvSpPr/>
            <p:nvPr/>
          </p:nvSpPr>
          <p:spPr>
            <a:xfrm>
              <a:off x="5193391" y="2850948"/>
              <a:ext cx="86356" cy="85828"/>
            </a:xfrm>
            <a:custGeom>
              <a:avLst/>
              <a:gdLst/>
              <a:ahLst/>
              <a:cxnLst/>
              <a:rect l="l" t="t" r="r" b="b"/>
              <a:pathLst>
                <a:path w="490" h="487" extrusionOk="0">
                  <a:moveTo>
                    <a:pt x="245" y="1"/>
                  </a:moveTo>
                  <a:cubicBezTo>
                    <a:pt x="110" y="1"/>
                    <a:pt x="1" y="110"/>
                    <a:pt x="1" y="243"/>
                  </a:cubicBezTo>
                  <a:cubicBezTo>
                    <a:pt x="1" y="378"/>
                    <a:pt x="110" y="487"/>
                    <a:pt x="245" y="487"/>
                  </a:cubicBezTo>
                  <a:cubicBezTo>
                    <a:pt x="380" y="487"/>
                    <a:pt x="489" y="378"/>
                    <a:pt x="489" y="243"/>
                  </a:cubicBezTo>
                  <a:cubicBezTo>
                    <a:pt x="489" y="110"/>
                    <a:pt x="380" y="1"/>
                    <a:pt x="245"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207" name="Google Shape;5207;p39"/>
            <p:cNvSpPr/>
            <p:nvPr/>
          </p:nvSpPr>
          <p:spPr>
            <a:xfrm>
              <a:off x="5349363" y="2468157"/>
              <a:ext cx="187340" cy="516552"/>
            </a:xfrm>
            <a:custGeom>
              <a:avLst/>
              <a:gdLst/>
              <a:ahLst/>
              <a:cxnLst/>
              <a:rect l="l" t="t" r="r" b="b"/>
              <a:pathLst>
                <a:path w="1063" h="2931" extrusionOk="0">
                  <a:moveTo>
                    <a:pt x="122" y="1"/>
                  </a:moveTo>
                  <a:cubicBezTo>
                    <a:pt x="56" y="1"/>
                    <a:pt x="0" y="54"/>
                    <a:pt x="0" y="121"/>
                  </a:cubicBezTo>
                  <a:lnTo>
                    <a:pt x="0" y="2811"/>
                  </a:lnTo>
                  <a:cubicBezTo>
                    <a:pt x="0" y="2877"/>
                    <a:pt x="56" y="2931"/>
                    <a:pt x="122" y="2931"/>
                  </a:cubicBezTo>
                  <a:lnTo>
                    <a:pt x="943" y="2931"/>
                  </a:lnTo>
                  <a:cubicBezTo>
                    <a:pt x="1009" y="2931"/>
                    <a:pt x="1063" y="2877"/>
                    <a:pt x="1063" y="2811"/>
                  </a:cubicBezTo>
                  <a:lnTo>
                    <a:pt x="1063" y="121"/>
                  </a:lnTo>
                  <a:cubicBezTo>
                    <a:pt x="1063" y="54"/>
                    <a:pt x="1009" y="1"/>
                    <a:pt x="943" y="1"/>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208" name="Google Shape;5208;p39"/>
            <p:cNvSpPr/>
            <p:nvPr/>
          </p:nvSpPr>
          <p:spPr>
            <a:xfrm>
              <a:off x="5393423" y="2593463"/>
              <a:ext cx="99574" cy="212366"/>
            </a:xfrm>
            <a:custGeom>
              <a:avLst/>
              <a:gdLst/>
              <a:ahLst/>
              <a:cxnLst/>
              <a:rect l="l" t="t" r="r" b="b"/>
              <a:pathLst>
                <a:path w="565" h="1205" extrusionOk="0">
                  <a:moveTo>
                    <a:pt x="1" y="1"/>
                  </a:moveTo>
                  <a:lnTo>
                    <a:pt x="1" y="1205"/>
                  </a:lnTo>
                  <a:lnTo>
                    <a:pt x="564" y="1205"/>
                  </a:lnTo>
                  <a:lnTo>
                    <a:pt x="56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209" name="Google Shape;5209;p39"/>
            <p:cNvSpPr/>
            <p:nvPr/>
          </p:nvSpPr>
          <p:spPr>
            <a:xfrm>
              <a:off x="5395009" y="2850243"/>
              <a:ext cx="97636" cy="86180"/>
            </a:xfrm>
            <a:custGeom>
              <a:avLst/>
              <a:gdLst/>
              <a:ahLst/>
              <a:cxnLst/>
              <a:rect l="l" t="t" r="r" b="b"/>
              <a:pathLst>
                <a:path w="554" h="489" extrusionOk="0">
                  <a:moveTo>
                    <a:pt x="277" y="1"/>
                  </a:moveTo>
                  <a:cubicBezTo>
                    <a:pt x="182" y="1"/>
                    <a:pt x="91" y="57"/>
                    <a:pt x="52" y="152"/>
                  </a:cubicBezTo>
                  <a:cubicBezTo>
                    <a:pt x="1" y="277"/>
                    <a:pt x="58" y="418"/>
                    <a:pt x="185" y="469"/>
                  </a:cubicBezTo>
                  <a:cubicBezTo>
                    <a:pt x="215" y="482"/>
                    <a:pt x="247" y="488"/>
                    <a:pt x="278" y="488"/>
                  </a:cubicBezTo>
                  <a:cubicBezTo>
                    <a:pt x="373" y="488"/>
                    <a:pt x="463" y="432"/>
                    <a:pt x="502" y="339"/>
                  </a:cubicBezTo>
                  <a:cubicBezTo>
                    <a:pt x="553" y="215"/>
                    <a:pt x="495" y="71"/>
                    <a:pt x="371" y="20"/>
                  </a:cubicBezTo>
                  <a:cubicBezTo>
                    <a:pt x="340" y="7"/>
                    <a:pt x="309" y="1"/>
                    <a:pt x="277"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210" name="Google Shape;5210;p39"/>
            <p:cNvSpPr/>
            <p:nvPr/>
          </p:nvSpPr>
          <p:spPr>
            <a:xfrm>
              <a:off x="5536529" y="2457054"/>
              <a:ext cx="249376" cy="531356"/>
            </a:xfrm>
            <a:custGeom>
              <a:avLst/>
              <a:gdLst/>
              <a:ahLst/>
              <a:cxnLst/>
              <a:rect l="l" t="t" r="r" b="b"/>
              <a:pathLst>
                <a:path w="1415" h="3015" extrusionOk="0">
                  <a:moveTo>
                    <a:pt x="944" y="1"/>
                  </a:moveTo>
                  <a:cubicBezTo>
                    <a:pt x="939" y="1"/>
                    <a:pt x="933" y="1"/>
                    <a:pt x="928" y="2"/>
                  </a:cubicBezTo>
                  <a:lnTo>
                    <a:pt x="114" y="107"/>
                  </a:lnTo>
                  <a:cubicBezTo>
                    <a:pt x="48" y="115"/>
                    <a:pt x="1" y="175"/>
                    <a:pt x="9" y="242"/>
                  </a:cubicBezTo>
                  <a:lnTo>
                    <a:pt x="352" y="2910"/>
                  </a:lnTo>
                  <a:cubicBezTo>
                    <a:pt x="360" y="2969"/>
                    <a:pt x="411" y="3014"/>
                    <a:pt x="471" y="3014"/>
                  </a:cubicBezTo>
                  <a:cubicBezTo>
                    <a:pt x="476" y="3014"/>
                    <a:pt x="482" y="3014"/>
                    <a:pt x="487" y="3013"/>
                  </a:cubicBezTo>
                  <a:lnTo>
                    <a:pt x="1303" y="2908"/>
                  </a:lnTo>
                  <a:cubicBezTo>
                    <a:pt x="1367" y="2900"/>
                    <a:pt x="1414" y="2840"/>
                    <a:pt x="1406" y="2773"/>
                  </a:cubicBezTo>
                  <a:lnTo>
                    <a:pt x="1063" y="107"/>
                  </a:lnTo>
                  <a:cubicBezTo>
                    <a:pt x="1055" y="46"/>
                    <a:pt x="1004" y="1"/>
                    <a:pt x="944" y="1"/>
                  </a:cubicBezTo>
                  <a:close/>
                </a:path>
              </a:pathLst>
            </a:custGeom>
            <a:solidFill>
              <a:srgbClr val="4EE27A"/>
            </a:solidFill>
            <a:ln>
              <a:noFill/>
            </a:ln>
          </p:spPr>
          <p:txBody>
            <a:bodyPr spcFirstLastPara="1" wrap="square" lIns="121900" tIns="121900" rIns="121900" bIns="121900" anchor="ctr" anchorCtr="0">
              <a:noAutofit/>
            </a:bodyPr>
            <a:lstStyle/>
            <a:p>
              <a:endParaRPr sz="2400"/>
            </a:p>
          </p:txBody>
        </p:sp>
        <p:sp>
          <p:nvSpPr>
            <p:cNvPr id="5211" name="Google Shape;5211;p39"/>
            <p:cNvSpPr/>
            <p:nvPr/>
          </p:nvSpPr>
          <p:spPr>
            <a:xfrm>
              <a:off x="5596627" y="2584827"/>
              <a:ext cx="125481" cy="223293"/>
            </a:xfrm>
            <a:custGeom>
              <a:avLst/>
              <a:gdLst/>
              <a:ahLst/>
              <a:cxnLst/>
              <a:rect l="l" t="t" r="r" b="b"/>
              <a:pathLst>
                <a:path w="712" h="1267" extrusionOk="0">
                  <a:moveTo>
                    <a:pt x="557" y="1"/>
                  </a:moveTo>
                  <a:lnTo>
                    <a:pt x="0" y="74"/>
                  </a:lnTo>
                  <a:lnTo>
                    <a:pt x="154" y="1266"/>
                  </a:lnTo>
                  <a:lnTo>
                    <a:pt x="711" y="1196"/>
                  </a:lnTo>
                  <a:lnTo>
                    <a:pt x="557"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212" name="Google Shape;5212;p39"/>
            <p:cNvSpPr/>
            <p:nvPr/>
          </p:nvSpPr>
          <p:spPr>
            <a:xfrm>
              <a:off x="5636986" y="2845661"/>
              <a:ext cx="91467" cy="86180"/>
            </a:xfrm>
            <a:custGeom>
              <a:avLst/>
              <a:gdLst/>
              <a:ahLst/>
              <a:cxnLst/>
              <a:rect l="l" t="t" r="r" b="b"/>
              <a:pathLst>
                <a:path w="519" h="489" extrusionOk="0">
                  <a:moveTo>
                    <a:pt x="259" y="1"/>
                  </a:moveTo>
                  <a:cubicBezTo>
                    <a:pt x="248" y="1"/>
                    <a:pt x="238" y="1"/>
                    <a:pt x="227" y="3"/>
                  </a:cubicBezTo>
                  <a:cubicBezTo>
                    <a:pt x="95" y="20"/>
                    <a:pt x="0" y="142"/>
                    <a:pt x="18" y="277"/>
                  </a:cubicBezTo>
                  <a:cubicBezTo>
                    <a:pt x="33" y="399"/>
                    <a:pt x="138" y="489"/>
                    <a:pt x="258" y="489"/>
                  </a:cubicBezTo>
                  <a:cubicBezTo>
                    <a:pt x="269" y="489"/>
                    <a:pt x="279" y="488"/>
                    <a:pt x="290" y="487"/>
                  </a:cubicBezTo>
                  <a:cubicBezTo>
                    <a:pt x="424" y="470"/>
                    <a:pt x="519" y="348"/>
                    <a:pt x="502" y="215"/>
                  </a:cubicBezTo>
                  <a:cubicBezTo>
                    <a:pt x="486" y="91"/>
                    <a:pt x="379" y="1"/>
                    <a:pt x="259"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213" name="Google Shape;5213;p39"/>
            <p:cNvSpPr/>
            <p:nvPr/>
          </p:nvSpPr>
          <p:spPr>
            <a:xfrm>
              <a:off x="5070024" y="2983480"/>
              <a:ext cx="789896" cy="38244"/>
            </a:xfrm>
            <a:custGeom>
              <a:avLst/>
              <a:gdLst/>
              <a:ahLst/>
              <a:cxnLst/>
              <a:rect l="l" t="t" r="r" b="b"/>
              <a:pathLst>
                <a:path w="4482" h="217" extrusionOk="0">
                  <a:moveTo>
                    <a:pt x="1" y="0"/>
                  </a:moveTo>
                  <a:lnTo>
                    <a:pt x="1" y="217"/>
                  </a:lnTo>
                  <a:lnTo>
                    <a:pt x="4481" y="217"/>
                  </a:lnTo>
                  <a:lnTo>
                    <a:pt x="4481"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14" name="Google Shape;5214;p39"/>
            <p:cNvSpPr/>
            <p:nvPr/>
          </p:nvSpPr>
          <p:spPr>
            <a:xfrm>
              <a:off x="4600875" y="1357322"/>
              <a:ext cx="139051" cy="218006"/>
            </a:xfrm>
            <a:custGeom>
              <a:avLst/>
              <a:gdLst/>
              <a:ahLst/>
              <a:cxnLst/>
              <a:rect l="l" t="t" r="r" b="b"/>
              <a:pathLst>
                <a:path w="789" h="1237" extrusionOk="0">
                  <a:moveTo>
                    <a:pt x="0" y="1"/>
                  </a:moveTo>
                  <a:lnTo>
                    <a:pt x="761" y="1181"/>
                  </a:lnTo>
                  <a:lnTo>
                    <a:pt x="729" y="1234"/>
                  </a:lnTo>
                  <a:cubicBezTo>
                    <a:pt x="739" y="1234"/>
                    <a:pt x="748" y="1234"/>
                    <a:pt x="759" y="1237"/>
                  </a:cubicBezTo>
                  <a:lnTo>
                    <a:pt x="789" y="1187"/>
                  </a:lnTo>
                  <a:lnTo>
                    <a:pt x="0" y="1"/>
                  </a:ln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215" name="Google Shape;5215;p39"/>
            <p:cNvSpPr/>
            <p:nvPr/>
          </p:nvSpPr>
          <p:spPr>
            <a:xfrm>
              <a:off x="2961145" y="1357322"/>
              <a:ext cx="1773830" cy="1639890"/>
            </a:xfrm>
            <a:custGeom>
              <a:avLst/>
              <a:gdLst/>
              <a:ahLst/>
              <a:cxnLst/>
              <a:rect l="l" t="t" r="r" b="b"/>
              <a:pathLst>
                <a:path w="10065" h="9305" extrusionOk="0">
                  <a:moveTo>
                    <a:pt x="9304" y="1"/>
                  </a:moveTo>
                  <a:cubicBezTo>
                    <a:pt x="4166" y="1"/>
                    <a:pt x="1" y="4166"/>
                    <a:pt x="1" y="9304"/>
                  </a:cubicBezTo>
                  <a:lnTo>
                    <a:pt x="1194" y="8600"/>
                  </a:lnTo>
                  <a:lnTo>
                    <a:pt x="1230" y="8621"/>
                  </a:lnTo>
                  <a:lnTo>
                    <a:pt x="2406" y="9304"/>
                  </a:lnTo>
                  <a:cubicBezTo>
                    <a:pt x="2406" y="5494"/>
                    <a:pt x="5494" y="2406"/>
                    <a:pt x="9304" y="2406"/>
                  </a:cubicBezTo>
                  <a:lnTo>
                    <a:pt x="10033" y="1234"/>
                  </a:lnTo>
                  <a:lnTo>
                    <a:pt x="10065" y="1181"/>
                  </a:lnTo>
                  <a:lnTo>
                    <a:pt x="9304" y="1"/>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216" name="Google Shape;5216;p39"/>
            <p:cNvSpPr/>
            <p:nvPr/>
          </p:nvSpPr>
          <p:spPr>
            <a:xfrm>
              <a:off x="2961145" y="2872802"/>
              <a:ext cx="1639890" cy="1763785"/>
            </a:xfrm>
            <a:custGeom>
              <a:avLst/>
              <a:gdLst/>
              <a:ahLst/>
              <a:cxnLst/>
              <a:rect l="l" t="t" r="r" b="b"/>
              <a:pathLst>
                <a:path w="9305" h="10008" extrusionOk="0">
                  <a:moveTo>
                    <a:pt x="1194" y="1"/>
                  </a:moveTo>
                  <a:lnTo>
                    <a:pt x="1" y="705"/>
                  </a:lnTo>
                  <a:cubicBezTo>
                    <a:pt x="1" y="5844"/>
                    <a:pt x="4166" y="10007"/>
                    <a:pt x="9304" y="10007"/>
                  </a:cubicBezTo>
                  <a:lnTo>
                    <a:pt x="8458" y="8808"/>
                  </a:lnTo>
                  <a:lnTo>
                    <a:pt x="8488" y="8767"/>
                  </a:lnTo>
                  <a:lnTo>
                    <a:pt x="9304" y="7604"/>
                  </a:lnTo>
                  <a:cubicBezTo>
                    <a:pt x="5494" y="7604"/>
                    <a:pt x="2406" y="4516"/>
                    <a:pt x="2406" y="705"/>
                  </a:cubicBezTo>
                  <a:lnTo>
                    <a:pt x="1230" y="22"/>
                  </a:lnTo>
                  <a:lnTo>
                    <a:pt x="1194" y="1"/>
                  </a:lnTo>
                  <a:close/>
                </a:path>
              </a:pathLst>
            </a:custGeom>
            <a:solidFill>
              <a:srgbClr val="4EE27A"/>
            </a:solidFill>
            <a:ln>
              <a:noFill/>
            </a:ln>
          </p:spPr>
          <p:txBody>
            <a:bodyPr spcFirstLastPara="1" wrap="square" lIns="121900" tIns="121900" rIns="121900" bIns="121900" anchor="ctr" anchorCtr="0">
              <a:noAutofit/>
            </a:bodyPr>
            <a:lstStyle/>
            <a:p>
              <a:endParaRPr sz="2400"/>
            </a:p>
          </p:txBody>
        </p:sp>
        <p:sp>
          <p:nvSpPr>
            <p:cNvPr id="5217" name="Google Shape;5217;p39"/>
            <p:cNvSpPr/>
            <p:nvPr/>
          </p:nvSpPr>
          <p:spPr>
            <a:xfrm>
              <a:off x="4451776" y="2997050"/>
              <a:ext cx="1788987" cy="1639890"/>
            </a:xfrm>
            <a:custGeom>
              <a:avLst/>
              <a:gdLst/>
              <a:ahLst/>
              <a:cxnLst/>
              <a:rect l="l" t="t" r="r" b="b"/>
              <a:pathLst>
                <a:path w="10151" h="9305" extrusionOk="0">
                  <a:moveTo>
                    <a:pt x="7745" y="0"/>
                  </a:moveTo>
                  <a:cubicBezTo>
                    <a:pt x="7745" y="3811"/>
                    <a:pt x="4656" y="6899"/>
                    <a:pt x="846" y="6899"/>
                  </a:cubicBezTo>
                  <a:lnTo>
                    <a:pt x="30" y="8062"/>
                  </a:lnTo>
                  <a:lnTo>
                    <a:pt x="0" y="8103"/>
                  </a:lnTo>
                  <a:lnTo>
                    <a:pt x="846" y="9304"/>
                  </a:lnTo>
                  <a:cubicBezTo>
                    <a:pt x="5984" y="9304"/>
                    <a:pt x="10150" y="5139"/>
                    <a:pt x="10150" y="0"/>
                  </a:cubicBezTo>
                  <a:lnTo>
                    <a:pt x="10150" y="0"/>
                  </a:lnTo>
                  <a:lnTo>
                    <a:pt x="8927" y="589"/>
                  </a:lnTo>
                  <a:lnTo>
                    <a:pt x="8921" y="592"/>
                  </a:lnTo>
                  <a:lnTo>
                    <a:pt x="7745" y="0"/>
                  </a:lnTo>
                  <a:close/>
                </a:path>
              </a:pathLst>
            </a:custGeom>
            <a:solidFill>
              <a:srgbClr val="68D3E3"/>
            </a:solidFill>
            <a:ln>
              <a:noFill/>
            </a:ln>
          </p:spPr>
          <p:txBody>
            <a:bodyPr spcFirstLastPara="1" wrap="square" lIns="121900" tIns="121900" rIns="121900" bIns="121900" anchor="ctr" anchorCtr="0">
              <a:noAutofit/>
            </a:bodyPr>
            <a:lstStyle/>
            <a:p>
              <a:endParaRPr sz="2400"/>
            </a:p>
          </p:txBody>
        </p:sp>
        <p:sp>
          <p:nvSpPr>
            <p:cNvPr id="5218" name="Google Shape;5218;p39"/>
            <p:cNvSpPr/>
            <p:nvPr/>
          </p:nvSpPr>
          <p:spPr>
            <a:xfrm>
              <a:off x="4600875" y="1574801"/>
              <a:ext cx="133412" cy="206550"/>
            </a:xfrm>
            <a:custGeom>
              <a:avLst/>
              <a:gdLst/>
              <a:ahLst/>
              <a:cxnLst/>
              <a:rect l="l" t="t" r="r" b="b"/>
              <a:pathLst>
                <a:path w="757" h="1172" extrusionOk="0">
                  <a:moveTo>
                    <a:pt x="729" y="0"/>
                  </a:moveTo>
                  <a:lnTo>
                    <a:pt x="0" y="1172"/>
                  </a:lnTo>
                  <a:lnTo>
                    <a:pt x="756" y="3"/>
                  </a:lnTo>
                  <a:cubicBezTo>
                    <a:pt x="748" y="0"/>
                    <a:pt x="737" y="0"/>
                    <a:pt x="729" y="0"/>
                  </a:cubicBez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219" name="Google Shape;5219;p39"/>
            <p:cNvSpPr/>
            <p:nvPr/>
          </p:nvSpPr>
          <p:spPr>
            <a:xfrm>
              <a:off x="4600875" y="1357322"/>
              <a:ext cx="1639890" cy="1744046"/>
            </a:xfrm>
            <a:custGeom>
              <a:avLst/>
              <a:gdLst/>
              <a:ahLst/>
              <a:cxnLst/>
              <a:rect l="l" t="t" r="r" b="b"/>
              <a:pathLst>
                <a:path w="9305" h="9896" extrusionOk="0">
                  <a:moveTo>
                    <a:pt x="0" y="1"/>
                  </a:moveTo>
                  <a:lnTo>
                    <a:pt x="789" y="1187"/>
                  </a:lnTo>
                  <a:lnTo>
                    <a:pt x="759" y="1237"/>
                  </a:lnTo>
                  <a:lnTo>
                    <a:pt x="0" y="2406"/>
                  </a:lnTo>
                  <a:cubicBezTo>
                    <a:pt x="3810" y="2406"/>
                    <a:pt x="6899" y="5494"/>
                    <a:pt x="6899" y="9304"/>
                  </a:cubicBezTo>
                  <a:lnTo>
                    <a:pt x="8077" y="9896"/>
                  </a:lnTo>
                  <a:lnTo>
                    <a:pt x="8083" y="9891"/>
                  </a:lnTo>
                  <a:lnTo>
                    <a:pt x="9304" y="9304"/>
                  </a:lnTo>
                  <a:cubicBezTo>
                    <a:pt x="9304" y="4166"/>
                    <a:pt x="5138" y="1"/>
                    <a:pt x="0" y="1"/>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220" name="Google Shape;5220;p39"/>
            <p:cNvSpPr/>
            <p:nvPr/>
          </p:nvSpPr>
          <p:spPr>
            <a:xfrm>
              <a:off x="4249454" y="2959335"/>
              <a:ext cx="702659" cy="155970"/>
            </a:xfrm>
            <a:custGeom>
              <a:avLst/>
              <a:gdLst/>
              <a:ahLst/>
              <a:cxnLst/>
              <a:rect l="l" t="t" r="r" b="b"/>
              <a:pathLst>
                <a:path w="3987" h="885" extrusionOk="0">
                  <a:moveTo>
                    <a:pt x="0" y="0"/>
                  </a:moveTo>
                  <a:lnTo>
                    <a:pt x="0" y="225"/>
                  </a:lnTo>
                  <a:lnTo>
                    <a:pt x="949" y="225"/>
                  </a:lnTo>
                  <a:cubicBezTo>
                    <a:pt x="1313" y="225"/>
                    <a:pt x="1609" y="521"/>
                    <a:pt x="1609" y="885"/>
                  </a:cubicBezTo>
                  <a:lnTo>
                    <a:pt x="2380" y="885"/>
                  </a:lnTo>
                  <a:cubicBezTo>
                    <a:pt x="2380" y="521"/>
                    <a:pt x="2675" y="225"/>
                    <a:pt x="3040" y="225"/>
                  </a:cubicBezTo>
                  <a:lnTo>
                    <a:pt x="3986" y="225"/>
                  </a:lnTo>
                  <a:lnTo>
                    <a:pt x="3986"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21" name="Google Shape;5221;p39"/>
            <p:cNvSpPr/>
            <p:nvPr/>
          </p:nvSpPr>
          <p:spPr>
            <a:xfrm>
              <a:off x="3948261" y="2128544"/>
              <a:ext cx="1305391" cy="838186"/>
            </a:xfrm>
            <a:custGeom>
              <a:avLst/>
              <a:gdLst/>
              <a:ahLst/>
              <a:cxnLst/>
              <a:rect l="l" t="t" r="r" b="b"/>
              <a:pathLst>
                <a:path w="7407" h="4756" extrusionOk="0">
                  <a:moveTo>
                    <a:pt x="429" y="0"/>
                  </a:moveTo>
                  <a:cubicBezTo>
                    <a:pt x="193" y="0"/>
                    <a:pt x="0" y="193"/>
                    <a:pt x="0" y="431"/>
                  </a:cubicBezTo>
                  <a:lnTo>
                    <a:pt x="0" y="4327"/>
                  </a:lnTo>
                  <a:cubicBezTo>
                    <a:pt x="0" y="4562"/>
                    <a:pt x="193" y="4755"/>
                    <a:pt x="429" y="4755"/>
                  </a:cubicBezTo>
                  <a:lnTo>
                    <a:pt x="6976" y="4755"/>
                  </a:lnTo>
                  <a:cubicBezTo>
                    <a:pt x="7214" y="4755"/>
                    <a:pt x="7406" y="4562"/>
                    <a:pt x="7406" y="4327"/>
                  </a:cubicBezTo>
                  <a:lnTo>
                    <a:pt x="7406" y="431"/>
                  </a:lnTo>
                  <a:cubicBezTo>
                    <a:pt x="7406" y="193"/>
                    <a:pt x="7214" y="0"/>
                    <a:pt x="6976" y="0"/>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222" name="Google Shape;5222;p39"/>
            <p:cNvSpPr/>
            <p:nvPr/>
          </p:nvSpPr>
          <p:spPr>
            <a:xfrm>
              <a:off x="4023691" y="2194634"/>
              <a:ext cx="1154532" cy="690499"/>
            </a:xfrm>
            <a:custGeom>
              <a:avLst/>
              <a:gdLst/>
              <a:ahLst/>
              <a:cxnLst/>
              <a:rect l="l" t="t" r="r" b="b"/>
              <a:pathLst>
                <a:path w="6551" h="3918" extrusionOk="0">
                  <a:moveTo>
                    <a:pt x="1" y="0"/>
                  </a:moveTo>
                  <a:lnTo>
                    <a:pt x="1" y="3917"/>
                  </a:lnTo>
                  <a:lnTo>
                    <a:pt x="6550" y="3917"/>
                  </a:lnTo>
                  <a:lnTo>
                    <a:pt x="6550" y="0"/>
                  </a:lnTo>
                  <a:close/>
                </a:path>
              </a:pathLst>
            </a:custGeom>
            <a:solidFill>
              <a:srgbClr val="845F34"/>
            </a:solidFill>
            <a:ln>
              <a:noFill/>
            </a:ln>
          </p:spPr>
          <p:txBody>
            <a:bodyPr spcFirstLastPara="1" wrap="square" lIns="121900" tIns="121900" rIns="121900" bIns="121900" anchor="ctr" anchorCtr="0">
              <a:noAutofit/>
            </a:bodyPr>
            <a:lstStyle/>
            <a:p>
              <a:endParaRPr sz="2400"/>
            </a:p>
          </p:txBody>
        </p:sp>
        <p:sp>
          <p:nvSpPr>
            <p:cNvPr id="5223" name="Google Shape;5223;p39"/>
            <p:cNvSpPr/>
            <p:nvPr/>
          </p:nvSpPr>
          <p:spPr>
            <a:xfrm>
              <a:off x="4047131" y="2218426"/>
              <a:ext cx="1107300" cy="643267"/>
            </a:xfrm>
            <a:custGeom>
              <a:avLst/>
              <a:gdLst/>
              <a:ahLst/>
              <a:cxnLst/>
              <a:rect l="l" t="t" r="r" b="b"/>
              <a:pathLst>
                <a:path w="6283" h="3650" extrusionOk="0">
                  <a:moveTo>
                    <a:pt x="0" y="0"/>
                  </a:moveTo>
                  <a:lnTo>
                    <a:pt x="0" y="3650"/>
                  </a:lnTo>
                  <a:lnTo>
                    <a:pt x="6282" y="3650"/>
                  </a:lnTo>
                  <a:lnTo>
                    <a:pt x="6282"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224" name="Google Shape;5224;p39"/>
            <p:cNvSpPr/>
            <p:nvPr/>
          </p:nvSpPr>
          <p:spPr>
            <a:xfrm>
              <a:off x="3892040" y="3521714"/>
              <a:ext cx="1417831" cy="30665"/>
            </a:xfrm>
            <a:custGeom>
              <a:avLst/>
              <a:gdLst/>
              <a:ahLst/>
              <a:cxnLst/>
              <a:rect l="l" t="t" r="r" b="b"/>
              <a:pathLst>
                <a:path w="8045" h="174" extrusionOk="0">
                  <a:moveTo>
                    <a:pt x="0" y="1"/>
                  </a:moveTo>
                  <a:cubicBezTo>
                    <a:pt x="41" y="101"/>
                    <a:pt x="122" y="174"/>
                    <a:pt x="221" y="174"/>
                  </a:cubicBezTo>
                  <a:lnTo>
                    <a:pt x="7824" y="174"/>
                  </a:lnTo>
                  <a:cubicBezTo>
                    <a:pt x="7922" y="174"/>
                    <a:pt x="8004" y="101"/>
                    <a:pt x="8045" y="1"/>
                  </a:cubicBez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25" name="Google Shape;5225;p39"/>
            <p:cNvSpPr/>
            <p:nvPr/>
          </p:nvSpPr>
          <p:spPr>
            <a:xfrm>
              <a:off x="3884815" y="3107200"/>
              <a:ext cx="1432282" cy="414687"/>
            </a:xfrm>
            <a:custGeom>
              <a:avLst/>
              <a:gdLst/>
              <a:ahLst/>
              <a:cxnLst/>
              <a:rect l="l" t="t" r="r" b="b"/>
              <a:pathLst>
                <a:path w="8127" h="2353" extrusionOk="0">
                  <a:moveTo>
                    <a:pt x="958" y="1"/>
                  </a:moveTo>
                  <a:cubicBezTo>
                    <a:pt x="814" y="1"/>
                    <a:pt x="684" y="112"/>
                    <a:pt x="626" y="284"/>
                  </a:cubicBezTo>
                  <a:lnTo>
                    <a:pt x="33" y="2072"/>
                  </a:lnTo>
                  <a:cubicBezTo>
                    <a:pt x="0" y="2168"/>
                    <a:pt x="7" y="2269"/>
                    <a:pt x="41" y="2353"/>
                  </a:cubicBezTo>
                  <a:lnTo>
                    <a:pt x="8086" y="2353"/>
                  </a:lnTo>
                  <a:cubicBezTo>
                    <a:pt x="8120" y="2269"/>
                    <a:pt x="8126" y="2168"/>
                    <a:pt x="8094" y="2072"/>
                  </a:cubicBezTo>
                  <a:lnTo>
                    <a:pt x="7501" y="284"/>
                  </a:lnTo>
                  <a:cubicBezTo>
                    <a:pt x="7443" y="112"/>
                    <a:pt x="7312" y="1"/>
                    <a:pt x="7169" y="1"/>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226" name="Google Shape;5226;p39"/>
            <p:cNvSpPr/>
            <p:nvPr/>
          </p:nvSpPr>
          <p:spPr>
            <a:xfrm>
              <a:off x="4428337" y="3345828"/>
              <a:ext cx="345249" cy="151917"/>
            </a:xfrm>
            <a:custGeom>
              <a:avLst/>
              <a:gdLst/>
              <a:ahLst/>
              <a:cxnLst/>
              <a:rect l="l" t="t" r="r" b="b"/>
              <a:pathLst>
                <a:path w="1959" h="862" extrusionOk="0">
                  <a:moveTo>
                    <a:pt x="76" y="0"/>
                  </a:moveTo>
                  <a:lnTo>
                    <a:pt x="1" y="861"/>
                  </a:lnTo>
                  <a:lnTo>
                    <a:pt x="1958" y="861"/>
                  </a:lnTo>
                  <a:lnTo>
                    <a:pt x="1883"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27" name="Google Shape;5227;p39"/>
            <p:cNvSpPr/>
            <p:nvPr/>
          </p:nvSpPr>
          <p:spPr>
            <a:xfrm>
              <a:off x="4060349" y="3145796"/>
              <a:ext cx="72962" cy="14804"/>
            </a:xfrm>
            <a:custGeom>
              <a:avLst/>
              <a:gdLst/>
              <a:ahLst/>
              <a:cxnLst/>
              <a:rect l="l" t="t" r="r" b="b"/>
              <a:pathLst>
                <a:path w="414" h="84" extrusionOk="0">
                  <a:moveTo>
                    <a:pt x="28" y="0"/>
                  </a:moveTo>
                  <a:lnTo>
                    <a:pt x="0" y="84"/>
                  </a:lnTo>
                  <a:lnTo>
                    <a:pt x="388" y="84"/>
                  </a:lnTo>
                  <a:lnTo>
                    <a:pt x="414"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28" name="Google Shape;5228;p39"/>
            <p:cNvSpPr/>
            <p:nvPr/>
          </p:nvSpPr>
          <p:spPr>
            <a:xfrm>
              <a:off x="4152346" y="3145796"/>
              <a:ext cx="71905" cy="14804"/>
            </a:xfrm>
            <a:custGeom>
              <a:avLst/>
              <a:gdLst/>
              <a:ahLst/>
              <a:cxnLst/>
              <a:rect l="l" t="t" r="r" b="b"/>
              <a:pathLst>
                <a:path w="408" h="84" extrusionOk="0">
                  <a:moveTo>
                    <a:pt x="25" y="0"/>
                  </a:moveTo>
                  <a:lnTo>
                    <a:pt x="1" y="84"/>
                  </a:lnTo>
                  <a:lnTo>
                    <a:pt x="389" y="84"/>
                  </a:lnTo>
                  <a:lnTo>
                    <a:pt x="408"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29" name="Google Shape;5229;p39"/>
            <p:cNvSpPr/>
            <p:nvPr/>
          </p:nvSpPr>
          <p:spPr>
            <a:xfrm>
              <a:off x="4244519" y="3145796"/>
              <a:ext cx="71200" cy="14804"/>
            </a:xfrm>
            <a:custGeom>
              <a:avLst/>
              <a:gdLst/>
              <a:ahLst/>
              <a:cxnLst/>
              <a:rect l="l" t="t" r="r" b="b"/>
              <a:pathLst>
                <a:path w="404" h="84" extrusionOk="0">
                  <a:moveTo>
                    <a:pt x="20" y="0"/>
                  </a:moveTo>
                  <a:lnTo>
                    <a:pt x="1" y="84"/>
                  </a:lnTo>
                  <a:lnTo>
                    <a:pt x="388" y="84"/>
                  </a:lnTo>
                  <a:lnTo>
                    <a:pt x="403"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0" name="Google Shape;5230;p39"/>
            <p:cNvSpPr/>
            <p:nvPr/>
          </p:nvSpPr>
          <p:spPr>
            <a:xfrm>
              <a:off x="4336692" y="3145796"/>
              <a:ext cx="69966" cy="14804"/>
            </a:xfrm>
            <a:custGeom>
              <a:avLst/>
              <a:gdLst/>
              <a:ahLst/>
              <a:cxnLst/>
              <a:rect l="l" t="t" r="r" b="b"/>
              <a:pathLst>
                <a:path w="397" h="84" extrusionOk="0">
                  <a:moveTo>
                    <a:pt x="13" y="0"/>
                  </a:moveTo>
                  <a:lnTo>
                    <a:pt x="0" y="84"/>
                  </a:lnTo>
                  <a:lnTo>
                    <a:pt x="388" y="84"/>
                  </a:lnTo>
                  <a:lnTo>
                    <a:pt x="396"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1" name="Google Shape;5231;p39"/>
            <p:cNvSpPr/>
            <p:nvPr/>
          </p:nvSpPr>
          <p:spPr>
            <a:xfrm>
              <a:off x="4428689" y="3145796"/>
              <a:ext cx="69261" cy="14804"/>
            </a:xfrm>
            <a:custGeom>
              <a:avLst/>
              <a:gdLst/>
              <a:ahLst/>
              <a:cxnLst/>
              <a:rect l="l" t="t" r="r" b="b"/>
              <a:pathLst>
                <a:path w="393" h="84" extrusionOk="0">
                  <a:moveTo>
                    <a:pt x="9" y="0"/>
                  </a:moveTo>
                  <a:lnTo>
                    <a:pt x="1" y="84"/>
                  </a:lnTo>
                  <a:lnTo>
                    <a:pt x="388" y="84"/>
                  </a:lnTo>
                  <a:lnTo>
                    <a:pt x="393"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2" name="Google Shape;5232;p39"/>
            <p:cNvSpPr/>
            <p:nvPr/>
          </p:nvSpPr>
          <p:spPr>
            <a:xfrm>
              <a:off x="4520862" y="3145796"/>
              <a:ext cx="68380" cy="14804"/>
            </a:xfrm>
            <a:custGeom>
              <a:avLst/>
              <a:gdLst/>
              <a:ahLst/>
              <a:cxnLst/>
              <a:rect l="l" t="t" r="r" b="b"/>
              <a:pathLst>
                <a:path w="388" h="84" extrusionOk="0">
                  <a:moveTo>
                    <a:pt x="5" y="0"/>
                  </a:moveTo>
                  <a:lnTo>
                    <a:pt x="0" y="84"/>
                  </a:lnTo>
                  <a:lnTo>
                    <a:pt x="386" y="84"/>
                  </a:lnTo>
                  <a:lnTo>
                    <a:pt x="388"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3" name="Google Shape;5233;p39"/>
            <p:cNvSpPr/>
            <p:nvPr/>
          </p:nvSpPr>
          <p:spPr>
            <a:xfrm>
              <a:off x="4612507" y="3145796"/>
              <a:ext cx="68556" cy="14804"/>
            </a:xfrm>
            <a:custGeom>
              <a:avLst/>
              <a:gdLst/>
              <a:ahLst/>
              <a:cxnLst/>
              <a:rect l="l" t="t" r="r" b="b"/>
              <a:pathLst>
                <a:path w="389" h="84" extrusionOk="0">
                  <a:moveTo>
                    <a:pt x="1" y="0"/>
                  </a:moveTo>
                  <a:lnTo>
                    <a:pt x="1" y="84"/>
                  </a:lnTo>
                  <a:lnTo>
                    <a:pt x="388" y="84"/>
                  </a:lnTo>
                  <a:lnTo>
                    <a:pt x="384"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4" name="Google Shape;5234;p39"/>
            <p:cNvSpPr/>
            <p:nvPr/>
          </p:nvSpPr>
          <p:spPr>
            <a:xfrm>
              <a:off x="4703975" y="3145796"/>
              <a:ext cx="69085" cy="14804"/>
            </a:xfrm>
            <a:custGeom>
              <a:avLst/>
              <a:gdLst/>
              <a:ahLst/>
              <a:cxnLst/>
              <a:rect l="l" t="t" r="r" b="b"/>
              <a:pathLst>
                <a:path w="392" h="84" extrusionOk="0">
                  <a:moveTo>
                    <a:pt x="0" y="0"/>
                  </a:moveTo>
                  <a:lnTo>
                    <a:pt x="4" y="84"/>
                  </a:lnTo>
                  <a:lnTo>
                    <a:pt x="392" y="84"/>
                  </a:lnTo>
                  <a:lnTo>
                    <a:pt x="383"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5" name="Google Shape;5235;p39"/>
            <p:cNvSpPr/>
            <p:nvPr/>
          </p:nvSpPr>
          <p:spPr>
            <a:xfrm>
              <a:off x="4794914" y="3145796"/>
              <a:ext cx="70319" cy="14804"/>
            </a:xfrm>
            <a:custGeom>
              <a:avLst/>
              <a:gdLst/>
              <a:ahLst/>
              <a:cxnLst/>
              <a:rect l="l" t="t" r="r" b="b"/>
              <a:pathLst>
                <a:path w="399" h="84" extrusionOk="0">
                  <a:moveTo>
                    <a:pt x="0" y="0"/>
                  </a:moveTo>
                  <a:lnTo>
                    <a:pt x="11" y="84"/>
                  </a:lnTo>
                  <a:lnTo>
                    <a:pt x="399" y="84"/>
                  </a:lnTo>
                  <a:lnTo>
                    <a:pt x="386"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6" name="Google Shape;5236;p39"/>
            <p:cNvSpPr/>
            <p:nvPr/>
          </p:nvSpPr>
          <p:spPr>
            <a:xfrm>
              <a:off x="4886206" y="3145796"/>
              <a:ext cx="71200" cy="14804"/>
            </a:xfrm>
            <a:custGeom>
              <a:avLst/>
              <a:gdLst/>
              <a:ahLst/>
              <a:cxnLst/>
              <a:rect l="l" t="t" r="r" b="b"/>
              <a:pathLst>
                <a:path w="404" h="84" extrusionOk="0">
                  <a:moveTo>
                    <a:pt x="1" y="0"/>
                  </a:moveTo>
                  <a:lnTo>
                    <a:pt x="15" y="84"/>
                  </a:lnTo>
                  <a:lnTo>
                    <a:pt x="403" y="84"/>
                  </a:lnTo>
                  <a:lnTo>
                    <a:pt x="384"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7" name="Google Shape;5237;p39"/>
            <p:cNvSpPr/>
            <p:nvPr/>
          </p:nvSpPr>
          <p:spPr>
            <a:xfrm>
              <a:off x="4977498" y="3145796"/>
              <a:ext cx="71905" cy="14804"/>
            </a:xfrm>
            <a:custGeom>
              <a:avLst/>
              <a:gdLst/>
              <a:ahLst/>
              <a:cxnLst/>
              <a:rect l="l" t="t" r="r" b="b"/>
              <a:pathLst>
                <a:path w="408" h="84" extrusionOk="0">
                  <a:moveTo>
                    <a:pt x="1" y="0"/>
                  </a:moveTo>
                  <a:lnTo>
                    <a:pt x="20" y="84"/>
                  </a:lnTo>
                  <a:lnTo>
                    <a:pt x="408" y="84"/>
                  </a:lnTo>
                  <a:lnTo>
                    <a:pt x="384"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8" name="Google Shape;5238;p39"/>
            <p:cNvSpPr/>
            <p:nvPr/>
          </p:nvSpPr>
          <p:spPr>
            <a:xfrm>
              <a:off x="5068438" y="3145796"/>
              <a:ext cx="72786" cy="14804"/>
            </a:xfrm>
            <a:custGeom>
              <a:avLst/>
              <a:gdLst/>
              <a:ahLst/>
              <a:cxnLst/>
              <a:rect l="l" t="t" r="r" b="b"/>
              <a:pathLst>
                <a:path w="413" h="84" extrusionOk="0">
                  <a:moveTo>
                    <a:pt x="1" y="0"/>
                  </a:moveTo>
                  <a:lnTo>
                    <a:pt x="27" y="84"/>
                  </a:lnTo>
                  <a:lnTo>
                    <a:pt x="412" y="84"/>
                  </a:lnTo>
                  <a:lnTo>
                    <a:pt x="384"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39" name="Google Shape;5239;p39"/>
            <p:cNvSpPr/>
            <p:nvPr/>
          </p:nvSpPr>
          <p:spPr>
            <a:xfrm>
              <a:off x="4047131" y="3174523"/>
              <a:ext cx="101689" cy="26964"/>
            </a:xfrm>
            <a:custGeom>
              <a:avLst/>
              <a:gdLst/>
              <a:ahLst/>
              <a:cxnLst/>
              <a:rect l="l" t="t" r="r" b="b"/>
              <a:pathLst>
                <a:path w="577" h="153" extrusionOk="0">
                  <a:moveTo>
                    <a:pt x="50" y="0"/>
                  </a:moveTo>
                  <a:lnTo>
                    <a:pt x="0" y="152"/>
                  </a:lnTo>
                  <a:lnTo>
                    <a:pt x="536" y="152"/>
                  </a:lnTo>
                  <a:lnTo>
                    <a:pt x="577"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0" name="Google Shape;5240;p39"/>
            <p:cNvSpPr/>
            <p:nvPr/>
          </p:nvSpPr>
          <p:spPr>
            <a:xfrm>
              <a:off x="4159219" y="3174523"/>
              <a:ext cx="68909" cy="26964"/>
            </a:xfrm>
            <a:custGeom>
              <a:avLst/>
              <a:gdLst/>
              <a:ahLst/>
              <a:cxnLst/>
              <a:rect l="l" t="t" r="r" b="b"/>
              <a:pathLst>
                <a:path w="391" h="153" extrusionOk="0">
                  <a:moveTo>
                    <a:pt x="39" y="0"/>
                  </a:moveTo>
                  <a:lnTo>
                    <a:pt x="1" y="152"/>
                  </a:lnTo>
                  <a:lnTo>
                    <a:pt x="356" y="152"/>
                  </a:lnTo>
                  <a:lnTo>
                    <a:pt x="390"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1" name="Google Shape;5241;p39"/>
            <p:cNvSpPr/>
            <p:nvPr/>
          </p:nvSpPr>
          <p:spPr>
            <a:xfrm>
              <a:off x="4243814" y="3174523"/>
              <a:ext cx="67675" cy="26964"/>
            </a:xfrm>
            <a:custGeom>
              <a:avLst/>
              <a:gdLst/>
              <a:ahLst/>
              <a:cxnLst/>
              <a:rect l="l" t="t" r="r" b="b"/>
              <a:pathLst>
                <a:path w="384" h="153" extrusionOk="0">
                  <a:moveTo>
                    <a:pt x="32" y="0"/>
                  </a:moveTo>
                  <a:lnTo>
                    <a:pt x="0" y="152"/>
                  </a:lnTo>
                  <a:lnTo>
                    <a:pt x="358" y="152"/>
                  </a:lnTo>
                  <a:lnTo>
                    <a:pt x="384"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2" name="Google Shape;5242;p39"/>
            <p:cNvSpPr/>
            <p:nvPr/>
          </p:nvSpPr>
          <p:spPr>
            <a:xfrm>
              <a:off x="4328761" y="3174523"/>
              <a:ext cx="66089" cy="26964"/>
            </a:xfrm>
            <a:custGeom>
              <a:avLst/>
              <a:gdLst/>
              <a:ahLst/>
              <a:cxnLst/>
              <a:rect l="l" t="t" r="r" b="b"/>
              <a:pathLst>
                <a:path w="375" h="153" extrusionOk="0">
                  <a:moveTo>
                    <a:pt x="24" y="0"/>
                  </a:moveTo>
                  <a:lnTo>
                    <a:pt x="0" y="152"/>
                  </a:lnTo>
                  <a:lnTo>
                    <a:pt x="356" y="152"/>
                  </a:lnTo>
                  <a:lnTo>
                    <a:pt x="375"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3" name="Google Shape;5243;p39"/>
            <p:cNvSpPr/>
            <p:nvPr/>
          </p:nvSpPr>
          <p:spPr>
            <a:xfrm>
              <a:off x="4413709" y="3174523"/>
              <a:ext cx="64679" cy="26964"/>
            </a:xfrm>
            <a:custGeom>
              <a:avLst/>
              <a:gdLst/>
              <a:ahLst/>
              <a:cxnLst/>
              <a:rect l="l" t="t" r="r" b="b"/>
              <a:pathLst>
                <a:path w="367" h="153" extrusionOk="0">
                  <a:moveTo>
                    <a:pt x="15" y="0"/>
                  </a:moveTo>
                  <a:lnTo>
                    <a:pt x="0" y="152"/>
                  </a:lnTo>
                  <a:lnTo>
                    <a:pt x="356" y="152"/>
                  </a:lnTo>
                  <a:lnTo>
                    <a:pt x="366"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4" name="Google Shape;5244;p39"/>
            <p:cNvSpPr/>
            <p:nvPr/>
          </p:nvSpPr>
          <p:spPr>
            <a:xfrm>
              <a:off x="4498127" y="3174523"/>
              <a:ext cx="63622" cy="26964"/>
            </a:xfrm>
            <a:custGeom>
              <a:avLst/>
              <a:gdLst/>
              <a:ahLst/>
              <a:cxnLst/>
              <a:rect l="l" t="t" r="r" b="b"/>
              <a:pathLst>
                <a:path w="361" h="153" extrusionOk="0">
                  <a:moveTo>
                    <a:pt x="9" y="0"/>
                  </a:moveTo>
                  <a:lnTo>
                    <a:pt x="1" y="152"/>
                  </a:lnTo>
                  <a:lnTo>
                    <a:pt x="358" y="152"/>
                  </a:lnTo>
                  <a:lnTo>
                    <a:pt x="361"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5" name="Google Shape;5245;p39"/>
            <p:cNvSpPr/>
            <p:nvPr/>
          </p:nvSpPr>
          <p:spPr>
            <a:xfrm>
              <a:off x="4583075" y="3174523"/>
              <a:ext cx="62917" cy="26964"/>
            </a:xfrm>
            <a:custGeom>
              <a:avLst/>
              <a:gdLst/>
              <a:ahLst/>
              <a:cxnLst/>
              <a:rect l="l" t="t" r="r" b="b"/>
              <a:pathLst>
                <a:path w="357" h="153" extrusionOk="0">
                  <a:moveTo>
                    <a:pt x="1" y="0"/>
                  </a:moveTo>
                  <a:lnTo>
                    <a:pt x="1" y="152"/>
                  </a:lnTo>
                  <a:lnTo>
                    <a:pt x="356" y="152"/>
                  </a:lnTo>
                  <a:lnTo>
                    <a:pt x="352"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6" name="Google Shape;5246;p39"/>
            <p:cNvSpPr/>
            <p:nvPr/>
          </p:nvSpPr>
          <p:spPr>
            <a:xfrm>
              <a:off x="4666612" y="3174523"/>
              <a:ext cx="64327" cy="26964"/>
            </a:xfrm>
            <a:custGeom>
              <a:avLst/>
              <a:gdLst/>
              <a:ahLst/>
              <a:cxnLst/>
              <a:rect l="l" t="t" r="r" b="b"/>
              <a:pathLst>
                <a:path w="365" h="153" extrusionOk="0">
                  <a:moveTo>
                    <a:pt x="0" y="0"/>
                  </a:moveTo>
                  <a:lnTo>
                    <a:pt x="6" y="152"/>
                  </a:lnTo>
                  <a:lnTo>
                    <a:pt x="364" y="152"/>
                  </a:lnTo>
                  <a:lnTo>
                    <a:pt x="351"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7" name="Google Shape;5247;p39"/>
            <p:cNvSpPr/>
            <p:nvPr/>
          </p:nvSpPr>
          <p:spPr>
            <a:xfrm>
              <a:off x="4749973" y="3174523"/>
              <a:ext cx="65384" cy="26964"/>
            </a:xfrm>
            <a:custGeom>
              <a:avLst/>
              <a:gdLst/>
              <a:ahLst/>
              <a:cxnLst/>
              <a:rect l="l" t="t" r="r" b="b"/>
              <a:pathLst>
                <a:path w="371" h="153" extrusionOk="0">
                  <a:moveTo>
                    <a:pt x="0" y="0"/>
                  </a:moveTo>
                  <a:lnTo>
                    <a:pt x="15" y="152"/>
                  </a:lnTo>
                  <a:lnTo>
                    <a:pt x="371" y="152"/>
                  </a:lnTo>
                  <a:lnTo>
                    <a:pt x="352"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8" name="Google Shape;5248;p39"/>
            <p:cNvSpPr/>
            <p:nvPr/>
          </p:nvSpPr>
          <p:spPr>
            <a:xfrm>
              <a:off x="4833335" y="3174523"/>
              <a:ext cx="66970" cy="26964"/>
            </a:xfrm>
            <a:custGeom>
              <a:avLst/>
              <a:gdLst/>
              <a:ahLst/>
              <a:cxnLst/>
              <a:rect l="l" t="t" r="r" b="b"/>
              <a:pathLst>
                <a:path w="380" h="153" extrusionOk="0">
                  <a:moveTo>
                    <a:pt x="1" y="0"/>
                  </a:moveTo>
                  <a:lnTo>
                    <a:pt x="22" y="152"/>
                  </a:lnTo>
                  <a:lnTo>
                    <a:pt x="380" y="152"/>
                  </a:lnTo>
                  <a:lnTo>
                    <a:pt x="352"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49" name="Google Shape;5249;p39"/>
            <p:cNvSpPr/>
            <p:nvPr/>
          </p:nvSpPr>
          <p:spPr>
            <a:xfrm>
              <a:off x="4916696" y="3174523"/>
              <a:ext cx="68204" cy="26964"/>
            </a:xfrm>
            <a:custGeom>
              <a:avLst/>
              <a:gdLst/>
              <a:ahLst/>
              <a:cxnLst/>
              <a:rect l="l" t="t" r="r" b="b"/>
              <a:pathLst>
                <a:path w="387" h="153" extrusionOk="0">
                  <a:moveTo>
                    <a:pt x="1" y="0"/>
                  </a:moveTo>
                  <a:lnTo>
                    <a:pt x="31" y="152"/>
                  </a:lnTo>
                  <a:lnTo>
                    <a:pt x="386" y="152"/>
                  </a:lnTo>
                  <a:lnTo>
                    <a:pt x="352"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0" name="Google Shape;5250;p39"/>
            <p:cNvSpPr/>
            <p:nvPr/>
          </p:nvSpPr>
          <p:spPr>
            <a:xfrm>
              <a:off x="5000233" y="3174523"/>
              <a:ext cx="69614" cy="26964"/>
            </a:xfrm>
            <a:custGeom>
              <a:avLst/>
              <a:gdLst/>
              <a:ahLst/>
              <a:cxnLst/>
              <a:rect l="l" t="t" r="r" b="b"/>
              <a:pathLst>
                <a:path w="395" h="153" extrusionOk="0">
                  <a:moveTo>
                    <a:pt x="0" y="0"/>
                  </a:moveTo>
                  <a:lnTo>
                    <a:pt x="37" y="152"/>
                  </a:lnTo>
                  <a:lnTo>
                    <a:pt x="394" y="152"/>
                  </a:lnTo>
                  <a:lnTo>
                    <a:pt x="352"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1" name="Google Shape;5251;p39"/>
            <p:cNvSpPr/>
            <p:nvPr/>
          </p:nvSpPr>
          <p:spPr>
            <a:xfrm>
              <a:off x="5083594" y="3174523"/>
              <a:ext cx="70847" cy="26964"/>
            </a:xfrm>
            <a:custGeom>
              <a:avLst/>
              <a:gdLst/>
              <a:ahLst/>
              <a:cxnLst/>
              <a:rect l="l" t="t" r="r" b="b"/>
              <a:pathLst>
                <a:path w="402" h="153" extrusionOk="0">
                  <a:moveTo>
                    <a:pt x="1" y="0"/>
                  </a:moveTo>
                  <a:lnTo>
                    <a:pt x="46" y="152"/>
                  </a:lnTo>
                  <a:lnTo>
                    <a:pt x="401" y="152"/>
                  </a:lnTo>
                  <a:lnTo>
                    <a:pt x="352"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2" name="Google Shape;5252;p39"/>
            <p:cNvSpPr/>
            <p:nvPr/>
          </p:nvSpPr>
          <p:spPr>
            <a:xfrm>
              <a:off x="4220022" y="3212238"/>
              <a:ext cx="69614" cy="28022"/>
            </a:xfrm>
            <a:custGeom>
              <a:avLst/>
              <a:gdLst/>
              <a:ahLst/>
              <a:cxnLst/>
              <a:rect l="l" t="t" r="r" b="b"/>
              <a:pathLst>
                <a:path w="395" h="159" extrusionOk="0">
                  <a:moveTo>
                    <a:pt x="35" y="0"/>
                  </a:moveTo>
                  <a:lnTo>
                    <a:pt x="0" y="159"/>
                  </a:lnTo>
                  <a:lnTo>
                    <a:pt x="364" y="159"/>
                  </a:lnTo>
                  <a:lnTo>
                    <a:pt x="394"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3" name="Google Shape;5253;p39"/>
            <p:cNvSpPr/>
            <p:nvPr/>
          </p:nvSpPr>
          <p:spPr>
            <a:xfrm>
              <a:off x="4312547" y="3212238"/>
              <a:ext cx="68028" cy="28022"/>
            </a:xfrm>
            <a:custGeom>
              <a:avLst/>
              <a:gdLst/>
              <a:ahLst/>
              <a:cxnLst/>
              <a:rect l="l" t="t" r="r" b="b"/>
              <a:pathLst>
                <a:path w="386" h="159" extrusionOk="0">
                  <a:moveTo>
                    <a:pt x="28" y="0"/>
                  </a:moveTo>
                  <a:lnTo>
                    <a:pt x="0" y="159"/>
                  </a:lnTo>
                  <a:lnTo>
                    <a:pt x="366" y="159"/>
                  </a:lnTo>
                  <a:lnTo>
                    <a:pt x="386"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4" name="Google Shape;5254;p39"/>
            <p:cNvSpPr/>
            <p:nvPr/>
          </p:nvSpPr>
          <p:spPr>
            <a:xfrm>
              <a:off x="4127144" y="3212238"/>
              <a:ext cx="71200" cy="28022"/>
            </a:xfrm>
            <a:custGeom>
              <a:avLst/>
              <a:gdLst/>
              <a:ahLst/>
              <a:cxnLst/>
              <a:rect l="l" t="t" r="r" b="b"/>
              <a:pathLst>
                <a:path w="404" h="159" extrusionOk="0">
                  <a:moveTo>
                    <a:pt x="43" y="0"/>
                  </a:moveTo>
                  <a:lnTo>
                    <a:pt x="0" y="159"/>
                  </a:lnTo>
                  <a:lnTo>
                    <a:pt x="367" y="159"/>
                  </a:lnTo>
                  <a:lnTo>
                    <a:pt x="403"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5" name="Google Shape;5255;p39"/>
            <p:cNvSpPr/>
            <p:nvPr/>
          </p:nvSpPr>
          <p:spPr>
            <a:xfrm>
              <a:off x="4034618" y="3212238"/>
              <a:ext cx="72257" cy="28022"/>
            </a:xfrm>
            <a:custGeom>
              <a:avLst/>
              <a:gdLst/>
              <a:ahLst/>
              <a:cxnLst/>
              <a:rect l="l" t="t" r="r" b="b"/>
              <a:pathLst>
                <a:path w="410" h="159" extrusionOk="0">
                  <a:moveTo>
                    <a:pt x="52" y="0"/>
                  </a:moveTo>
                  <a:lnTo>
                    <a:pt x="1" y="159"/>
                  </a:lnTo>
                  <a:lnTo>
                    <a:pt x="365" y="159"/>
                  </a:lnTo>
                  <a:lnTo>
                    <a:pt x="410"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6" name="Google Shape;5256;p39"/>
            <p:cNvSpPr/>
            <p:nvPr/>
          </p:nvSpPr>
          <p:spPr>
            <a:xfrm>
              <a:off x="4405249" y="3212238"/>
              <a:ext cx="66618" cy="28022"/>
            </a:xfrm>
            <a:custGeom>
              <a:avLst/>
              <a:gdLst/>
              <a:ahLst/>
              <a:cxnLst/>
              <a:rect l="l" t="t" r="r" b="b"/>
              <a:pathLst>
                <a:path w="378" h="159" extrusionOk="0">
                  <a:moveTo>
                    <a:pt x="18" y="0"/>
                  </a:moveTo>
                  <a:lnTo>
                    <a:pt x="1" y="159"/>
                  </a:lnTo>
                  <a:lnTo>
                    <a:pt x="365" y="159"/>
                  </a:lnTo>
                  <a:lnTo>
                    <a:pt x="378"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7" name="Google Shape;5257;p39"/>
            <p:cNvSpPr/>
            <p:nvPr/>
          </p:nvSpPr>
          <p:spPr>
            <a:xfrm>
              <a:off x="4498127" y="3212238"/>
              <a:ext cx="65208" cy="28022"/>
            </a:xfrm>
            <a:custGeom>
              <a:avLst/>
              <a:gdLst/>
              <a:ahLst/>
              <a:cxnLst/>
              <a:rect l="l" t="t" r="r" b="b"/>
              <a:pathLst>
                <a:path w="370" h="159" extrusionOk="0">
                  <a:moveTo>
                    <a:pt x="9" y="0"/>
                  </a:moveTo>
                  <a:lnTo>
                    <a:pt x="1" y="159"/>
                  </a:lnTo>
                  <a:lnTo>
                    <a:pt x="365" y="159"/>
                  </a:lnTo>
                  <a:lnTo>
                    <a:pt x="369"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8" name="Google Shape;5258;p39"/>
            <p:cNvSpPr/>
            <p:nvPr/>
          </p:nvSpPr>
          <p:spPr>
            <a:xfrm>
              <a:off x="4590653" y="3212238"/>
              <a:ext cx="64679" cy="28022"/>
            </a:xfrm>
            <a:custGeom>
              <a:avLst/>
              <a:gdLst/>
              <a:ahLst/>
              <a:cxnLst/>
              <a:rect l="l" t="t" r="r" b="b"/>
              <a:pathLst>
                <a:path w="367" h="159" extrusionOk="0">
                  <a:moveTo>
                    <a:pt x="3" y="0"/>
                  </a:moveTo>
                  <a:lnTo>
                    <a:pt x="1" y="159"/>
                  </a:lnTo>
                  <a:lnTo>
                    <a:pt x="367" y="159"/>
                  </a:lnTo>
                  <a:lnTo>
                    <a:pt x="360"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59" name="Google Shape;5259;p39"/>
            <p:cNvSpPr/>
            <p:nvPr/>
          </p:nvSpPr>
          <p:spPr>
            <a:xfrm>
              <a:off x="4681945" y="3212238"/>
              <a:ext cx="65913" cy="28022"/>
            </a:xfrm>
            <a:custGeom>
              <a:avLst/>
              <a:gdLst/>
              <a:ahLst/>
              <a:cxnLst/>
              <a:rect l="l" t="t" r="r" b="b"/>
              <a:pathLst>
                <a:path w="374" h="159" extrusionOk="0">
                  <a:moveTo>
                    <a:pt x="1" y="0"/>
                  </a:moveTo>
                  <a:lnTo>
                    <a:pt x="9" y="159"/>
                  </a:lnTo>
                  <a:lnTo>
                    <a:pt x="373" y="159"/>
                  </a:lnTo>
                  <a:lnTo>
                    <a:pt x="361"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0" name="Google Shape;5260;p39"/>
            <p:cNvSpPr/>
            <p:nvPr/>
          </p:nvSpPr>
          <p:spPr>
            <a:xfrm>
              <a:off x="4773413" y="3212238"/>
              <a:ext cx="67323" cy="28022"/>
            </a:xfrm>
            <a:custGeom>
              <a:avLst/>
              <a:gdLst/>
              <a:ahLst/>
              <a:cxnLst/>
              <a:rect l="l" t="t" r="r" b="b"/>
              <a:pathLst>
                <a:path w="382" h="159" extrusionOk="0">
                  <a:moveTo>
                    <a:pt x="0" y="0"/>
                  </a:moveTo>
                  <a:lnTo>
                    <a:pt x="15" y="159"/>
                  </a:lnTo>
                  <a:lnTo>
                    <a:pt x="381" y="159"/>
                  </a:lnTo>
                  <a:lnTo>
                    <a:pt x="360"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1" name="Google Shape;5261;p39"/>
            <p:cNvSpPr/>
            <p:nvPr/>
          </p:nvSpPr>
          <p:spPr>
            <a:xfrm>
              <a:off x="4864705" y="3212238"/>
              <a:ext cx="68556" cy="28022"/>
            </a:xfrm>
            <a:custGeom>
              <a:avLst/>
              <a:gdLst/>
              <a:ahLst/>
              <a:cxnLst/>
              <a:rect l="l" t="t" r="r" b="b"/>
              <a:pathLst>
                <a:path w="389" h="159" extrusionOk="0">
                  <a:moveTo>
                    <a:pt x="0" y="0"/>
                  </a:moveTo>
                  <a:lnTo>
                    <a:pt x="24" y="159"/>
                  </a:lnTo>
                  <a:lnTo>
                    <a:pt x="388" y="159"/>
                  </a:lnTo>
                  <a:lnTo>
                    <a:pt x="358"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2" name="Google Shape;5262;p39"/>
            <p:cNvSpPr/>
            <p:nvPr/>
          </p:nvSpPr>
          <p:spPr>
            <a:xfrm>
              <a:off x="4955645" y="3212238"/>
              <a:ext cx="70319" cy="28022"/>
            </a:xfrm>
            <a:custGeom>
              <a:avLst/>
              <a:gdLst/>
              <a:ahLst/>
              <a:cxnLst/>
              <a:rect l="l" t="t" r="r" b="b"/>
              <a:pathLst>
                <a:path w="399" h="159" extrusionOk="0">
                  <a:moveTo>
                    <a:pt x="1" y="0"/>
                  </a:moveTo>
                  <a:lnTo>
                    <a:pt x="35" y="159"/>
                  </a:lnTo>
                  <a:lnTo>
                    <a:pt x="399" y="159"/>
                  </a:lnTo>
                  <a:lnTo>
                    <a:pt x="360"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3" name="Google Shape;5263;p39"/>
            <p:cNvSpPr/>
            <p:nvPr/>
          </p:nvSpPr>
          <p:spPr>
            <a:xfrm>
              <a:off x="5040944" y="3212238"/>
              <a:ext cx="126186" cy="28022"/>
            </a:xfrm>
            <a:custGeom>
              <a:avLst/>
              <a:gdLst/>
              <a:ahLst/>
              <a:cxnLst/>
              <a:rect l="l" t="t" r="r" b="b"/>
              <a:pathLst>
                <a:path w="716" h="159" extrusionOk="0">
                  <a:moveTo>
                    <a:pt x="1" y="0"/>
                  </a:moveTo>
                  <a:lnTo>
                    <a:pt x="41" y="159"/>
                  </a:lnTo>
                  <a:lnTo>
                    <a:pt x="716" y="159"/>
                  </a:lnTo>
                  <a:lnTo>
                    <a:pt x="665"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4" name="Google Shape;5264;p39"/>
            <p:cNvSpPr/>
            <p:nvPr/>
          </p:nvSpPr>
          <p:spPr>
            <a:xfrm>
              <a:off x="4210857" y="3251892"/>
              <a:ext cx="71552" cy="29255"/>
            </a:xfrm>
            <a:custGeom>
              <a:avLst/>
              <a:gdLst/>
              <a:ahLst/>
              <a:cxnLst/>
              <a:rect l="l" t="t" r="r" b="b"/>
              <a:pathLst>
                <a:path w="406" h="166" extrusionOk="0">
                  <a:moveTo>
                    <a:pt x="37" y="0"/>
                  </a:moveTo>
                  <a:lnTo>
                    <a:pt x="1" y="165"/>
                  </a:lnTo>
                  <a:lnTo>
                    <a:pt x="374" y="165"/>
                  </a:lnTo>
                  <a:lnTo>
                    <a:pt x="406"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5" name="Google Shape;5265;p39"/>
            <p:cNvSpPr/>
            <p:nvPr/>
          </p:nvSpPr>
          <p:spPr>
            <a:xfrm>
              <a:off x="4305674" y="3251892"/>
              <a:ext cx="69966" cy="29255"/>
            </a:xfrm>
            <a:custGeom>
              <a:avLst/>
              <a:gdLst/>
              <a:ahLst/>
              <a:cxnLst/>
              <a:rect l="l" t="t" r="r" b="b"/>
              <a:pathLst>
                <a:path w="397" h="166" extrusionOk="0">
                  <a:moveTo>
                    <a:pt x="28" y="0"/>
                  </a:moveTo>
                  <a:lnTo>
                    <a:pt x="1" y="165"/>
                  </a:lnTo>
                  <a:lnTo>
                    <a:pt x="375" y="165"/>
                  </a:lnTo>
                  <a:lnTo>
                    <a:pt x="397"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6" name="Google Shape;5266;p39"/>
            <p:cNvSpPr/>
            <p:nvPr/>
          </p:nvSpPr>
          <p:spPr>
            <a:xfrm>
              <a:off x="4021048" y="3251892"/>
              <a:ext cx="167778" cy="29255"/>
            </a:xfrm>
            <a:custGeom>
              <a:avLst/>
              <a:gdLst/>
              <a:ahLst/>
              <a:cxnLst/>
              <a:rect l="l" t="t" r="r" b="b"/>
              <a:pathLst>
                <a:path w="952" h="166" extrusionOk="0">
                  <a:moveTo>
                    <a:pt x="56" y="0"/>
                  </a:moveTo>
                  <a:lnTo>
                    <a:pt x="1" y="165"/>
                  </a:lnTo>
                  <a:lnTo>
                    <a:pt x="913" y="165"/>
                  </a:lnTo>
                  <a:lnTo>
                    <a:pt x="952"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7" name="Google Shape;5267;p39"/>
            <p:cNvSpPr/>
            <p:nvPr/>
          </p:nvSpPr>
          <p:spPr>
            <a:xfrm>
              <a:off x="4400843" y="3251892"/>
              <a:ext cx="68028" cy="29255"/>
            </a:xfrm>
            <a:custGeom>
              <a:avLst/>
              <a:gdLst/>
              <a:ahLst/>
              <a:cxnLst/>
              <a:rect l="l" t="t" r="r" b="b"/>
              <a:pathLst>
                <a:path w="386" h="166" extrusionOk="0">
                  <a:moveTo>
                    <a:pt x="20" y="0"/>
                  </a:moveTo>
                  <a:lnTo>
                    <a:pt x="0" y="165"/>
                  </a:lnTo>
                  <a:lnTo>
                    <a:pt x="373" y="165"/>
                  </a:lnTo>
                  <a:lnTo>
                    <a:pt x="386"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8" name="Google Shape;5268;p39"/>
            <p:cNvSpPr/>
            <p:nvPr/>
          </p:nvSpPr>
          <p:spPr>
            <a:xfrm>
              <a:off x="4495484" y="3251892"/>
              <a:ext cx="66618" cy="29255"/>
            </a:xfrm>
            <a:custGeom>
              <a:avLst/>
              <a:gdLst/>
              <a:ahLst/>
              <a:cxnLst/>
              <a:rect l="l" t="t" r="r" b="b"/>
              <a:pathLst>
                <a:path w="378" h="166" extrusionOk="0">
                  <a:moveTo>
                    <a:pt x="12" y="0"/>
                  </a:moveTo>
                  <a:lnTo>
                    <a:pt x="1" y="165"/>
                  </a:lnTo>
                  <a:lnTo>
                    <a:pt x="376" y="165"/>
                  </a:lnTo>
                  <a:lnTo>
                    <a:pt x="378"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69" name="Google Shape;5269;p39"/>
            <p:cNvSpPr/>
            <p:nvPr/>
          </p:nvSpPr>
          <p:spPr>
            <a:xfrm>
              <a:off x="4590653" y="3251892"/>
              <a:ext cx="65913" cy="29255"/>
            </a:xfrm>
            <a:custGeom>
              <a:avLst/>
              <a:gdLst/>
              <a:ahLst/>
              <a:cxnLst/>
              <a:rect l="l" t="t" r="r" b="b"/>
              <a:pathLst>
                <a:path w="374" h="166" extrusionOk="0">
                  <a:moveTo>
                    <a:pt x="1" y="0"/>
                  </a:moveTo>
                  <a:lnTo>
                    <a:pt x="1" y="165"/>
                  </a:lnTo>
                  <a:lnTo>
                    <a:pt x="373" y="165"/>
                  </a:lnTo>
                  <a:lnTo>
                    <a:pt x="369"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0" name="Google Shape;5270;p39"/>
            <p:cNvSpPr/>
            <p:nvPr/>
          </p:nvSpPr>
          <p:spPr>
            <a:xfrm>
              <a:off x="4683884" y="3251892"/>
              <a:ext cx="67323" cy="29255"/>
            </a:xfrm>
            <a:custGeom>
              <a:avLst/>
              <a:gdLst/>
              <a:ahLst/>
              <a:cxnLst/>
              <a:rect l="l" t="t" r="r" b="b"/>
              <a:pathLst>
                <a:path w="382" h="166" extrusionOk="0">
                  <a:moveTo>
                    <a:pt x="1" y="0"/>
                  </a:moveTo>
                  <a:lnTo>
                    <a:pt x="9" y="165"/>
                  </a:lnTo>
                  <a:lnTo>
                    <a:pt x="382" y="165"/>
                  </a:lnTo>
                  <a:lnTo>
                    <a:pt x="369"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1" name="Google Shape;5271;p39"/>
            <p:cNvSpPr/>
            <p:nvPr/>
          </p:nvSpPr>
          <p:spPr>
            <a:xfrm>
              <a:off x="4777114" y="3251892"/>
              <a:ext cx="69261" cy="29255"/>
            </a:xfrm>
            <a:custGeom>
              <a:avLst/>
              <a:gdLst/>
              <a:ahLst/>
              <a:cxnLst/>
              <a:rect l="l" t="t" r="r" b="b"/>
              <a:pathLst>
                <a:path w="393" h="166" extrusionOk="0">
                  <a:moveTo>
                    <a:pt x="1" y="0"/>
                  </a:moveTo>
                  <a:lnTo>
                    <a:pt x="18" y="165"/>
                  </a:lnTo>
                  <a:lnTo>
                    <a:pt x="392" y="165"/>
                  </a:lnTo>
                  <a:lnTo>
                    <a:pt x="369"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2" name="Google Shape;5272;p39"/>
            <p:cNvSpPr/>
            <p:nvPr/>
          </p:nvSpPr>
          <p:spPr>
            <a:xfrm>
              <a:off x="4870697" y="3251892"/>
              <a:ext cx="70495" cy="29255"/>
            </a:xfrm>
            <a:custGeom>
              <a:avLst/>
              <a:gdLst/>
              <a:ahLst/>
              <a:cxnLst/>
              <a:rect l="l" t="t" r="r" b="b"/>
              <a:pathLst>
                <a:path w="400" h="166" extrusionOk="0">
                  <a:moveTo>
                    <a:pt x="1" y="0"/>
                  </a:moveTo>
                  <a:lnTo>
                    <a:pt x="26" y="165"/>
                  </a:lnTo>
                  <a:lnTo>
                    <a:pt x="399" y="165"/>
                  </a:lnTo>
                  <a:lnTo>
                    <a:pt x="367"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3" name="Google Shape;5273;p39"/>
            <p:cNvSpPr/>
            <p:nvPr/>
          </p:nvSpPr>
          <p:spPr>
            <a:xfrm>
              <a:off x="4963928" y="3251892"/>
              <a:ext cx="71905" cy="29255"/>
            </a:xfrm>
            <a:custGeom>
              <a:avLst/>
              <a:gdLst/>
              <a:ahLst/>
              <a:cxnLst/>
              <a:rect l="l" t="t" r="r" b="b"/>
              <a:pathLst>
                <a:path w="408" h="166" extrusionOk="0">
                  <a:moveTo>
                    <a:pt x="1" y="0"/>
                  </a:moveTo>
                  <a:lnTo>
                    <a:pt x="35" y="165"/>
                  </a:lnTo>
                  <a:lnTo>
                    <a:pt x="408" y="165"/>
                  </a:lnTo>
                  <a:lnTo>
                    <a:pt x="367"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4" name="Google Shape;5274;p39"/>
            <p:cNvSpPr/>
            <p:nvPr/>
          </p:nvSpPr>
          <p:spPr>
            <a:xfrm>
              <a:off x="5051166" y="3251892"/>
              <a:ext cx="129182" cy="29255"/>
            </a:xfrm>
            <a:custGeom>
              <a:avLst/>
              <a:gdLst/>
              <a:ahLst/>
              <a:cxnLst/>
              <a:rect l="l" t="t" r="r" b="b"/>
              <a:pathLst>
                <a:path w="733" h="166" extrusionOk="0">
                  <a:moveTo>
                    <a:pt x="0" y="0"/>
                  </a:moveTo>
                  <a:lnTo>
                    <a:pt x="43" y="165"/>
                  </a:lnTo>
                  <a:lnTo>
                    <a:pt x="733" y="165"/>
                  </a:lnTo>
                  <a:lnTo>
                    <a:pt x="679"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5" name="Google Shape;5275;p39"/>
            <p:cNvSpPr/>
            <p:nvPr/>
          </p:nvSpPr>
          <p:spPr>
            <a:xfrm>
              <a:off x="4111635" y="3292956"/>
              <a:ext cx="74548" cy="30842"/>
            </a:xfrm>
            <a:custGeom>
              <a:avLst/>
              <a:gdLst/>
              <a:ahLst/>
              <a:cxnLst/>
              <a:rect l="l" t="t" r="r" b="b"/>
              <a:pathLst>
                <a:path w="423" h="175" extrusionOk="0">
                  <a:moveTo>
                    <a:pt x="48" y="1"/>
                  </a:moveTo>
                  <a:lnTo>
                    <a:pt x="1" y="174"/>
                  </a:lnTo>
                  <a:lnTo>
                    <a:pt x="384" y="174"/>
                  </a:lnTo>
                  <a:lnTo>
                    <a:pt x="423" y="1"/>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6" name="Google Shape;5276;p39"/>
            <p:cNvSpPr/>
            <p:nvPr/>
          </p:nvSpPr>
          <p:spPr>
            <a:xfrm>
              <a:off x="4298801" y="3292956"/>
              <a:ext cx="71552" cy="30842"/>
            </a:xfrm>
            <a:custGeom>
              <a:avLst/>
              <a:gdLst/>
              <a:ahLst/>
              <a:cxnLst/>
              <a:rect l="l" t="t" r="r" b="b"/>
              <a:pathLst>
                <a:path w="406" h="175" extrusionOk="0">
                  <a:moveTo>
                    <a:pt x="29" y="1"/>
                  </a:moveTo>
                  <a:lnTo>
                    <a:pt x="1" y="174"/>
                  </a:lnTo>
                  <a:lnTo>
                    <a:pt x="382" y="174"/>
                  </a:lnTo>
                  <a:lnTo>
                    <a:pt x="406" y="1"/>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7" name="Google Shape;5277;p39"/>
            <p:cNvSpPr/>
            <p:nvPr/>
          </p:nvSpPr>
          <p:spPr>
            <a:xfrm>
              <a:off x="4007125" y="3308112"/>
              <a:ext cx="86885" cy="15685"/>
            </a:xfrm>
            <a:custGeom>
              <a:avLst/>
              <a:gdLst/>
              <a:ahLst/>
              <a:cxnLst/>
              <a:rect l="l" t="t" r="r" b="b"/>
              <a:pathLst>
                <a:path w="493" h="89" extrusionOk="0">
                  <a:moveTo>
                    <a:pt x="30" y="0"/>
                  </a:moveTo>
                  <a:lnTo>
                    <a:pt x="0" y="88"/>
                  </a:lnTo>
                  <a:lnTo>
                    <a:pt x="467" y="88"/>
                  </a:lnTo>
                  <a:lnTo>
                    <a:pt x="493"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8" name="Google Shape;5278;p39"/>
            <p:cNvSpPr/>
            <p:nvPr/>
          </p:nvSpPr>
          <p:spPr>
            <a:xfrm>
              <a:off x="4198168" y="3308112"/>
              <a:ext cx="85475" cy="15685"/>
            </a:xfrm>
            <a:custGeom>
              <a:avLst/>
              <a:gdLst/>
              <a:ahLst/>
              <a:cxnLst/>
              <a:rect l="l" t="t" r="r" b="b"/>
              <a:pathLst>
                <a:path w="485" h="89" extrusionOk="0">
                  <a:moveTo>
                    <a:pt x="19" y="0"/>
                  </a:moveTo>
                  <a:lnTo>
                    <a:pt x="0" y="88"/>
                  </a:lnTo>
                  <a:lnTo>
                    <a:pt x="467" y="88"/>
                  </a:lnTo>
                  <a:lnTo>
                    <a:pt x="484"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79" name="Google Shape;5279;p39"/>
            <p:cNvSpPr/>
            <p:nvPr/>
          </p:nvSpPr>
          <p:spPr>
            <a:xfrm>
              <a:off x="4395909" y="3292956"/>
              <a:ext cx="69966" cy="30842"/>
            </a:xfrm>
            <a:custGeom>
              <a:avLst/>
              <a:gdLst/>
              <a:ahLst/>
              <a:cxnLst/>
              <a:rect l="l" t="t" r="r" b="b"/>
              <a:pathLst>
                <a:path w="397" h="175" extrusionOk="0">
                  <a:moveTo>
                    <a:pt x="20" y="1"/>
                  </a:moveTo>
                  <a:lnTo>
                    <a:pt x="0" y="174"/>
                  </a:lnTo>
                  <a:lnTo>
                    <a:pt x="384" y="174"/>
                  </a:lnTo>
                  <a:lnTo>
                    <a:pt x="397" y="1"/>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80" name="Google Shape;5280;p39"/>
            <p:cNvSpPr/>
            <p:nvPr/>
          </p:nvSpPr>
          <p:spPr>
            <a:xfrm>
              <a:off x="4492840" y="3292956"/>
              <a:ext cx="359172" cy="30842"/>
            </a:xfrm>
            <a:custGeom>
              <a:avLst/>
              <a:gdLst/>
              <a:ahLst/>
              <a:cxnLst/>
              <a:rect l="l" t="t" r="r" b="b"/>
              <a:pathLst>
                <a:path w="2038" h="175" extrusionOk="0">
                  <a:moveTo>
                    <a:pt x="12" y="1"/>
                  </a:moveTo>
                  <a:lnTo>
                    <a:pt x="1" y="174"/>
                  </a:lnTo>
                  <a:lnTo>
                    <a:pt x="2038" y="174"/>
                  </a:lnTo>
                  <a:lnTo>
                    <a:pt x="2014" y="1"/>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81" name="Google Shape;5281;p39"/>
            <p:cNvSpPr/>
            <p:nvPr/>
          </p:nvSpPr>
          <p:spPr>
            <a:xfrm>
              <a:off x="4877218" y="3292956"/>
              <a:ext cx="72257" cy="30842"/>
            </a:xfrm>
            <a:custGeom>
              <a:avLst/>
              <a:gdLst/>
              <a:ahLst/>
              <a:cxnLst/>
              <a:rect l="l" t="t" r="r" b="b"/>
              <a:pathLst>
                <a:path w="410" h="175" extrusionOk="0">
                  <a:moveTo>
                    <a:pt x="0" y="1"/>
                  </a:moveTo>
                  <a:lnTo>
                    <a:pt x="26" y="174"/>
                  </a:lnTo>
                  <a:lnTo>
                    <a:pt x="409" y="174"/>
                  </a:lnTo>
                  <a:lnTo>
                    <a:pt x="375" y="1"/>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82" name="Google Shape;5282;p39"/>
            <p:cNvSpPr/>
            <p:nvPr/>
          </p:nvSpPr>
          <p:spPr>
            <a:xfrm>
              <a:off x="4972564" y="3292956"/>
              <a:ext cx="73844" cy="30842"/>
            </a:xfrm>
            <a:custGeom>
              <a:avLst/>
              <a:gdLst/>
              <a:ahLst/>
              <a:cxnLst/>
              <a:rect l="l" t="t" r="r" b="b"/>
              <a:pathLst>
                <a:path w="419" h="175" extrusionOk="0">
                  <a:moveTo>
                    <a:pt x="1" y="1"/>
                  </a:moveTo>
                  <a:lnTo>
                    <a:pt x="37" y="174"/>
                  </a:lnTo>
                  <a:lnTo>
                    <a:pt x="419" y="174"/>
                  </a:lnTo>
                  <a:lnTo>
                    <a:pt x="376" y="1"/>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83" name="Google Shape;5283;p39"/>
            <p:cNvSpPr/>
            <p:nvPr/>
          </p:nvSpPr>
          <p:spPr>
            <a:xfrm>
              <a:off x="5061741" y="3292956"/>
              <a:ext cx="132707" cy="30842"/>
            </a:xfrm>
            <a:custGeom>
              <a:avLst/>
              <a:gdLst/>
              <a:ahLst/>
              <a:cxnLst/>
              <a:rect l="l" t="t" r="r" b="b"/>
              <a:pathLst>
                <a:path w="753" h="175" extrusionOk="0">
                  <a:moveTo>
                    <a:pt x="0" y="1"/>
                  </a:moveTo>
                  <a:lnTo>
                    <a:pt x="45" y="174"/>
                  </a:lnTo>
                  <a:lnTo>
                    <a:pt x="752" y="174"/>
                  </a:lnTo>
                  <a:lnTo>
                    <a:pt x="696" y="1"/>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84" name="Google Shape;5284;p39"/>
            <p:cNvSpPr/>
            <p:nvPr/>
          </p:nvSpPr>
          <p:spPr>
            <a:xfrm>
              <a:off x="3824012" y="2540239"/>
              <a:ext cx="8459" cy="27846"/>
            </a:xfrm>
            <a:custGeom>
              <a:avLst/>
              <a:gdLst/>
              <a:ahLst/>
              <a:cxnLst/>
              <a:rect l="l" t="t" r="r" b="b"/>
              <a:pathLst>
                <a:path w="48" h="158" extrusionOk="0">
                  <a:moveTo>
                    <a:pt x="28" y="1"/>
                  </a:moveTo>
                  <a:cubicBezTo>
                    <a:pt x="20" y="1"/>
                    <a:pt x="13" y="8"/>
                    <a:pt x="11" y="16"/>
                  </a:cubicBezTo>
                  <a:lnTo>
                    <a:pt x="3" y="138"/>
                  </a:lnTo>
                  <a:cubicBezTo>
                    <a:pt x="1" y="149"/>
                    <a:pt x="9" y="157"/>
                    <a:pt x="18" y="157"/>
                  </a:cubicBezTo>
                  <a:cubicBezTo>
                    <a:pt x="29" y="157"/>
                    <a:pt x="37" y="151"/>
                    <a:pt x="37" y="140"/>
                  </a:cubicBezTo>
                  <a:lnTo>
                    <a:pt x="48" y="18"/>
                  </a:lnTo>
                  <a:cubicBezTo>
                    <a:pt x="48" y="10"/>
                    <a:pt x="41" y="1"/>
                    <a:pt x="31" y="1"/>
                  </a:cubicBezTo>
                  <a:cubicBezTo>
                    <a:pt x="30" y="1"/>
                    <a:pt x="29" y="1"/>
                    <a:pt x="28" y="1"/>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285" name="Google Shape;5285;p39"/>
            <p:cNvSpPr/>
            <p:nvPr/>
          </p:nvSpPr>
          <p:spPr>
            <a:xfrm>
              <a:off x="3786297" y="2602275"/>
              <a:ext cx="53752" cy="278984"/>
            </a:xfrm>
            <a:custGeom>
              <a:avLst/>
              <a:gdLst/>
              <a:ahLst/>
              <a:cxnLst/>
              <a:rect l="l" t="t" r="r" b="b"/>
              <a:pathLst>
                <a:path w="305" h="1583" extrusionOk="0">
                  <a:moveTo>
                    <a:pt x="123" y="0"/>
                  </a:moveTo>
                  <a:lnTo>
                    <a:pt x="0" y="1568"/>
                  </a:lnTo>
                  <a:lnTo>
                    <a:pt x="183" y="1583"/>
                  </a:lnTo>
                  <a:lnTo>
                    <a:pt x="305" y="15"/>
                  </a:lnTo>
                  <a:lnTo>
                    <a:pt x="123" y="0"/>
                  </a:ln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286" name="Google Shape;5286;p39"/>
            <p:cNvSpPr/>
            <p:nvPr/>
          </p:nvSpPr>
          <p:spPr>
            <a:xfrm>
              <a:off x="3808503" y="2552047"/>
              <a:ext cx="32251" cy="50051"/>
            </a:xfrm>
            <a:custGeom>
              <a:avLst/>
              <a:gdLst/>
              <a:ahLst/>
              <a:cxnLst/>
              <a:rect l="l" t="t" r="r" b="b"/>
              <a:pathLst>
                <a:path w="183" h="284" extrusionOk="0">
                  <a:moveTo>
                    <a:pt x="112" y="1"/>
                  </a:moveTo>
                  <a:cubicBezTo>
                    <a:pt x="106" y="1"/>
                    <a:pt x="100" y="4"/>
                    <a:pt x="97" y="11"/>
                  </a:cubicBezTo>
                  <a:lnTo>
                    <a:pt x="1" y="270"/>
                  </a:lnTo>
                  <a:lnTo>
                    <a:pt x="183" y="283"/>
                  </a:lnTo>
                  <a:lnTo>
                    <a:pt x="183" y="283"/>
                  </a:lnTo>
                  <a:lnTo>
                    <a:pt x="127" y="13"/>
                  </a:lnTo>
                  <a:cubicBezTo>
                    <a:pt x="125" y="5"/>
                    <a:pt x="118" y="1"/>
                    <a:pt x="112" y="1"/>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287" name="Google Shape;5287;p39"/>
            <p:cNvSpPr/>
            <p:nvPr/>
          </p:nvSpPr>
          <p:spPr>
            <a:xfrm>
              <a:off x="3691480" y="2878089"/>
              <a:ext cx="68556" cy="57277"/>
            </a:xfrm>
            <a:custGeom>
              <a:avLst/>
              <a:gdLst/>
              <a:ahLst/>
              <a:cxnLst/>
              <a:rect l="l" t="t" r="r" b="b"/>
              <a:pathLst>
                <a:path w="389" h="325" extrusionOk="0">
                  <a:moveTo>
                    <a:pt x="357" y="1"/>
                  </a:moveTo>
                  <a:cubicBezTo>
                    <a:pt x="354" y="1"/>
                    <a:pt x="352" y="1"/>
                    <a:pt x="350" y="1"/>
                  </a:cubicBezTo>
                  <a:lnTo>
                    <a:pt x="39" y="22"/>
                  </a:lnTo>
                  <a:cubicBezTo>
                    <a:pt x="16" y="24"/>
                    <a:pt x="1" y="35"/>
                    <a:pt x="7" y="46"/>
                  </a:cubicBezTo>
                  <a:lnTo>
                    <a:pt x="192" y="303"/>
                  </a:lnTo>
                  <a:cubicBezTo>
                    <a:pt x="203" y="317"/>
                    <a:pt x="214" y="325"/>
                    <a:pt x="224" y="325"/>
                  </a:cubicBezTo>
                  <a:cubicBezTo>
                    <a:pt x="236" y="325"/>
                    <a:pt x="247" y="316"/>
                    <a:pt x="256" y="296"/>
                  </a:cubicBezTo>
                  <a:lnTo>
                    <a:pt x="384" y="18"/>
                  </a:lnTo>
                  <a:cubicBezTo>
                    <a:pt x="388" y="8"/>
                    <a:pt x="375" y="1"/>
                    <a:pt x="357" y="1"/>
                  </a:cubicBez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88" name="Google Shape;5288;p39"/>
            <p:cNvSpPr/>
            <p:nvPr/>
          </p:nvSpPr>
          <p:spPr>
            <a:xfrm>
              <a:off x="3723203" y="2927260"/>
              <a:ext cx="14980" cy="10398"/>
            </a:xfrm>
            <a:custGeom>
              <a:avLst/>
              <a:gdLst/>
              <a:ahLst/>
              <a:cxnLst/>
              <a:rect l="l" t="t" r="r" b="b"/>
              <a:pathLst>
                <a:path w="85" h="59" extrusionOk="0">
                  <a:moveTo>
                    <a:pt x="84" y="0"/>
                  </a:moveTo>
                  <a:lnTo>
                    <a:pt x="1" y="7"/>
                  </a:lnTo>
                  <a:lnTo>
                    <a:pt x="24" y="52"/>
                  </a:lnTo>
                  <a:cubicBezTo>
                    <a:pt x="27" y="56"/>
                    <a:pt x="35" y="59"/>
                    <a:pt x="44" y="59"/>
                  </a:cubicBezTo>
                  <a:cubicBezTo>
                    <a:pt x="55" y="59"/>
                    <a:pt x="67" y="55"/>
                    <a:pt x="69" y="47"/>
                  </a:cubicBezTo>
                  <a:lnTo>
                    <a:pt x="84" y="0"/>
                  </a:ln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289" name="Google Shape;5289;p39"/>
            <p:cNvSpPr/>
            <p:nvPr/>
          </p:nvSpPr>
          <p:spPr>
            <a:xfrm>
              <a:off x="3667688" y="2561035"/>
              <a:ext cx="70847" cy="9693"/>
            </a:xfrm>
            <a:custGeom>
              <a:avLst/>
              <a:gdLst/>
              <a:ahLst/>
              <a:cxnLst/>
              <a:rect l="l" t="t" r="r" b="b"/>
              <a:pathLst>
                <a:path w="402" h="55" extrusionOk="0">
                  <a:moveTo>
                    <a:pt x="399" y="1"/>
                  </a:moveTo>
                  <a:lnTo>
                    <a:pt x="1" y="31"/>
                  </a:lnTo>
                  <a:lnTo>
                    <a:pt x="3" y="54"/>
                  </a:lnTo>
                  <a:lnTo>
                    <a:pt x="401" y="24"/>
                  </a:lnTo>
                  <a:lnTo>
                    <a:pt x="399" y="1"/>
                  </a:ln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290" name="Google Shape;5290;p39"/>
            <p:cNvSpPr/>
            <p:nvPr/>
          </p:nvSpPr>
          <p:spPr>
            <a:xfrm>
              <a:off x="3668217" y="2563326"/>
              <a:ext cx="93758" cy="322162"/>
            </a:xfrm>
            <a:custGeom>
              <a:avLst/>
              <a:gdLst/>
              <a:ahLst/>
              <a:cxnLst/>
              <a:rect l="l" t="t" r="r" b="b"/>
              <a:pathLst>
                <a:path w="532" h="1828" extrusionOk="0">
                  <a:moveTo>
                    <a:pt x="398" y="1"/>
                  </a:moveTo>
                  <a:lnTo>
                    <a:pt x="0" y="31"/>
                  </a:lnTo>
                  <a:lnTo>
                    <a:pt x="133" y="1828"/>
                  </a:lnTo>
                  <a:lnTo>
                    <a:pt x="531" y="1798"/>
                  </a:lnTo>
                  <a:lnTo>
                    <a:pt x="398" y="1"/>
                  </a:lnTo>
                  <a:close/>
                </a:path>
              </a:pathLst>
            </a:custGeom>
            <a:solidFill>
              <a:srgbClr val="4EE27A"/>
            </a:solidFill>
            <a:ln>
              <a:noFill/>
            </a:ln>
          </p:spPr>
          <p:txBody>
            <a:bodyPr spcFirstLastPara="1" wrap="square" lIns="121900" tIns="121900" rIns="121900" bIns="121900" anchor="ctr" anchorCtr="0">
              <a:noAutofit/>
            </a:bodyPr>
            <a:lstStyle/>
            <a:p>
              <a:endParaRPr sz="2400"/>
            </a:p>
          </p:txBody>
        </p:sp>
        <p:sp>
          <p:nvSpPr>
            <p:cNvPr id="5291" name="Google Shape;5291;p39"/>
            <p:cNvSpPr/>
            <p:nvPr/>
          </p:nvSpPr>
          <p:spPr>
            <a:xfrm>
              <a:off x="3674914" y="2677353"/>
              <a:ext cx="72257" cy="30665"/>
            </a:xfrm>
            <a:custGeom>
              <a:avLst/>
              <a:gdLst/>
              <a:ahLst/>
              <a:cxnLst/>
              <a:rect l="l" t="t" r="r" b="b"/>
              <a:pathLst>
                <a:path w="410" h="174" extrusionOk="0">
                  <a:moveTo>
                    <a:pt x="399" y="0"/>
                  </a:moveTo>
                  <a:lnTo>
                    <a:pt x="1" y="28"/>
                  </a:lnTo>
                  <a:lnTo>
                    <a:pt x="11" y="174"/>
                  </a:lnTo>
                  <a:lnTo>
                    <a:pt x="410" y="144"/>
                  </a:lnTo>
                  <a:lnTo>
                    <a:pt x="399" y="0"/>
                  </a:lnTo>
                  <a:close/>
                </a:path>
              </a:pathLst>
            </a:custGeom>
            <a:solidFill>
              <a:srgbClr val="845F34"/>
            </a:solidFill>
            <a:ln>
              <a:noFill/>
            </a:ln>
          </p:spPr>
          <p:txBody>
            <a:bodyPr spcFirstLastPara="1" wrap="square" lIns="121900" tIns="121900" rIns="121900" bIns="121900" anchor="ctr" anchorCtr="0">
              <a:noAutofit/>
            </a:bodyPr>
            <a:lstStyle/>
            <a:p>
              <a:endParaRPr sz="2400"/>
            </a:p>
          </p:txBody>
        </p:sp>
        <p:sp>
          <p:nvSpPr>
            <p:cNvPr id="5292" name="Google Shape;5292;p39"/>
            <p:cNvSpPr/>
            <p:nvPr/>
          </p:nvSpPr>
          <p:spPr>
            <a:xfrm>
              <a:off x="3691128" y="2559625"/>
              <a:ext cx="37539" cy="109267"/>
            </a:xfrm>
            <a:custGeom>
              <a:avLst/>
              <a:gdLst/>
              <a:ahLst/>
              <a:cxnLst/>
              <a:rect l="l" t="t" r="r" b="b"/>
              <a:pathLst>
                <a:path w="213" h="620" extrusionOk="0">
                  <a:moveTo>
                    <a:pt x="170" y="0"/>
                  </a:moveTo>
                  <a:lnTo>
                    <a:pt x="1" y="13"/>
                  </a:lnTo>
                  <a:lnTo>
                    <a:pt x="41" y="564"/>
                  </a:lnTo>
                  <a:cubicBezTo>
                    <a:pt x="43" y="595"/>
                    <a:pt x="69" y="620"/>
                    <a:pt x="100" y="620"/>
                  </a:cubicBezTo>
                  <a:cubicBezTo>
                    <a:pt x="103" y="620"/>
                    <a:pt x="105" y="620"/>
                    <a:pt x="108" y="619"/>
                  </a:cubicBezTo>
                  <a:lnTo>
                    <a:pt x="153" y="617"/>
                  </a:lnTo>
                  <a:cubicBezTo>
                    <a:pt x="187" y="615"/>
                    <a:pt x="213" y="585"/>
                    <a:pt x="211" y="551"/>
                  </a:cubicBezTo>
                  <a:lnTo>
                    <a:pt x="170" y="0"/>
                  </a:lnTo>
                  <a:close/>
                </a:path>
              </a:pathLst>
            </a:custGeom>
            <a:solidFill>
              <a:srgbClr val="845F34"/>
            </a:solidFill>
            <a:ln>
              <a:noFill/>
            </a:ln>
          </p:spPr>
          <p:txBody>
            <a:bodyPr spcFirstLastPara="1" wrap="square" lIns="121900" tIns="121900" rIns="121900" bIns="121900" anchor="ctr" anchorCtr="0">
              <a:noAutofit/>
            </a:bodyPr>
            <a:lstStyle/>
            <a:p>
              <a:endParaRPr sz="2400"/>
            </a:p>
          </p:txBody>
        </p:sp>
        <p:sp>
          <p:nvSpPr>
            <p:cNvPr id="5293" name="Google Shape;5293;p39"/>
            <p:cNvSpPr/>
            <p:nvPr/>
          </p:nvSpPr>
          <p:spPr>
            <a:xfrm>
              <a:off x="3631559" y="2777809"/>
              <a:ext cx="245499" cy="311059"/>
            </a:xfrm>
            <a:custGeom>
              <a:avLst/>
              <a:gdLst/>
              <a:ahLst/>
              <a:cxnLst/>
              <a:rect l="l" t="t" r="r" b="b"/>
              <a:pathLst>
                <a:path w="1393" h="1765" extrusionOk="0">
                  <a:moveTo>
                    <a:pt x="0" y="0"/>
                  </a:moveTo>
                  <a:lnTo>
                    <a:pt x="137" y="1765"/>
                  </a:lnTo>
                  <a:lnTo>
                    <a:pt x="1253" y="1765"/>
                  </a:lnTo>
                  <a:lnTo>
                    <a:pt x="1393"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94" name="Google Shape;5294;p39"/>
            <p:cNvSpPr/>
            <p:nvPr/>
          </p:nvSpPr>
          <p:spPr>
            <a:xfrm>
              <a:off x="3618693" y="2753664"/>
              <a:ext cx="271230" cy="24321"/>
            </a:xfrm>
            <a:custGeom>
              <a:avLst/>
              <a:gdLst/>
              <a:ahLst/>
              <a:cxnLst/>
              <a:rect l="l" t="t" r="r" b="b"/>
              <a:pathLst>
                <a:path w="1539" h="138" extrusionOk="0">
                  <a:moveTo>
                    <a:pt x="71" y="0"/>
                  </a:moveTo>
                  <a:cubicBezTo>
                    <a:pt x="33" y="0"/>
                    <a:pt x="1" y="30"/>
                    <a:pt x="1" y="69"/>
                  </a:cubicBezTo>
                  <a:cubicBezTo>
                    <a:pt x="1" y="107"/>
                    <a:pt x="33" y="137"/>
                    <a:pt x="71" y="137"/>
                  </a:cubicBezTo>
                  <a:lnTo>
                    <a:pt x="73" y="137"/>
                  </a:lnTo>
                  <a:lnTo>
                    <a:pt x="73" y="135"/>
                  </a:lnTo>
                  <a:lnTo>
                    <a:pt x="1466" y="135"/>
                  </a:lnTo>
                  <a:lnTo>
                    <a:pt x="1466" y="137"/>
                  </a:lnTo>
                  <a:lnTo>
                    <a:pt x="1468" y="137"/>
                  </a:lnTo>
                  <a:cubicBezTo>
                    <a:pt x="1506" y="137"/>
                    <a:pt x="1538" y="107"/>
                    <a:pt x="1538" y="69"/>
                  </a:cubicBezTo>
                  <a:cubicBezTo>
                    <a:pt x="1538" y="30"/>
                    <a:pt x="1506" y="0"/>
                    <a:pt x="1468"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295" name="Google Shape;5295;p39"/>
            <p:cNvSpPr/>
            <p:nvPr/>
          </p:nvSpPr>
          <p:spPr>
            <a:xfrm>
              <a:off x="3631559" y="2777457"/>
              <a:ext cx="122838" cy="529"/>
            </a:xfrm>
            <a:custGeom>
              <a:avLst/>
              <a:gdLst/>
              <a:ahLst/>
              <a:cxnLst/>
              <a:rect l="l" t="t" r="r" b="b"/>
              <a:pathLst>
                <a:path w="697" h="3" extrusionOk="0">
                  <a:moveTo>
                    <a:pt x="0" y="0"/>
                  </a:moveTo>
                  <a:lnTo>
                    <a:pt x="0" y="2"/>
                  </a:lnTo>
                  <a:lnTo>
                    <a:pt x="696" y="2"/>
                  </a:lnTo>
                  <a:lnTo>
                    <a:pt x="696" y="0"/>
                  </a:ln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296" name="Google Shape;5296;p39"/>
            <p:cNvSpPr/>
            <p:nvPr/>
          </p:nvSpPr>
          <p:spPr>
            <a:xfrm>
              <a:off x="3754221" y="2777457"/>
              <a:ext cx="122838" cy="529"/>
            </a:xfrm>
            <a:custGeom>
              <a:avLst/>
              <a:gdLst/>
              <a:ahLst/>
              <a:cxnLst/>
              <a:rect l="l" t="t" r="r" b="b"/>
              <a:pathLst>
                <a:path w="697" h="3" extrusionOk="0">
                  <a:moveTo>
                    <a:pt x="0" y="0"/>
                  </a:moveTo>
                  <a:lnTo>
                    <a:pt x="0" y="2"/>
                  </a:lnTo>
                  <a:lnTo>
                    <a:pt x="697" y="2"/>
                  </a:lnTo>
                  <a:lnTo>
                    <a:pt x="697" y="0"/>
                  </a:ln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297" name="Google Shape;5297;p39"/>
            <p:cNvSpPr/>
            <p:nvPr/>
          </p:nvSpPr>
          <p:spPr>
            <a:xfrm>
              <a:off x="3957954" y="3457563"/>
              <a:ext cx="82127" cy="372390"/>
            </a:xfrm>
            <a:custGeom>
              <a:avLst/>
              <a:gdLst/>
              <a:ahLst/>
              <a:cxnLst/>
              <a:rect l="l" t="t" r="r" b="b"/>
              <a:pathLst>
                <a:path w="466" h="2113" extrusionOk="0">
                  <a:moveTo>
                    <a:pt x="466" y="0"/>
                  </a:moveTo>
                  <a:lnTo>
                    <a:pt x="466" y="0"/>
                  </a:lnTo>
                  <a:cubicBezTo>
                    <a:pt x="401" y="13"/>
                    <a:pt x="354" y="80"/>
                    <a:pt x="354" y="159"/>
                  </a:cubicBezTo>
                  <a:lnTo>
                    <a:pt x="1" y="2112"/>
                  </a:lnTo>
                  <a:lnTo>
                    <a:pt x="112" y="2112"/>
                  </a:lnTo>
                  <a:lnTo>
                    <a:pt x="466"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298" name="Google Shape;5298;p39"/>
            <p:cNvSpPr/>
            <p:nvPr/>
          </p:nvSpPr>
          <p:spPr>
            <a:xfrm>
              <a:off x="3977693" y="3456858"/>
              <a:ext cx="382964" cy="372742"/>
            </a:xfrm>
            <a:custGeom>
              <a:avLst/>
              <a:gdLst/>
              <a:ahLst/>
              <a:cxnLst/>
              <a:rect l="l" t="t" r="r" b="b"/>
              <a:pathLst>
                <a:path w="2173" h="2115" extrusionOk="0">
                  <a:moveTo>
                    <a:pt x="379" y="0"/>
                  </a:moveTo>
                  <a:cubicBezTo>
                    <a:pt x="371" y="0"/>
                    <a:pt x="362" y="2"/>
                    <a:pt x="354" y="4"/>
                  </a:cubicBezTo>
                  <a:lnTo>
                    <a:pt x="0" y="2114"/>
                  </a:lnTo>
                  <a:lnTo>
                    <a:pt x="2144" y="1988"/>
                  </a:lnTo>
                  <a:lnTo>
                    <a:pt x="2172" y="0"/>
                  </a:lnTo>
                  <a:close/>
                </a:path>
              </a:pathLst>
            </a:custGeom>
            <a:solidFill>
              <a:srgbClr val="68D3E3"/>
            </a:solidFill>
            <a:ln>
              <a:noFill/>
            </a:ln>
          </p:spPr>
          <p:txBody>
            <a:bodyPr spcFirstLastPara="1" wrap="square" lIns="121900" tIns="121900" rIns="121900" bIns="121900" anchor="ctr" anchorCtr="0">
              <a:noAutofit/>
            </a:bodyPr>
            <a:lstStyle/>
            <a:p>
              <a:endParaRPr sz="2400"/>
            </a:p>
          </p:txBody>
        </p:sp>
        <p:sp>
          <p:nvSpPr>
            <p:cNvPr id="5299" name="Google Shape;5299;p39"/>
            <p:cNvSpPr/>
            <p:nvPr/>
          </p:nvSpPr>
          <p:spPr>
            <a:xfrm>
              <a:off x="3957954" y="3801053"/>
              <a:ext cx="397768" cy="57101"/>
            </a:xfrm>
            <a:custGeom>
              <a:avLst/>
              <a:gdLst/>
              <a:ahLst/>
              <a:cxnLst/>
              <a:rect l="l" t="t" r="r" b="b"/>
              <a:pathLst>
                <a:path w="2257" h="324" extrusionOk="0">
                  <a:moveTo>
                    <a:pt x="149" y="0"/>
                  </a:moveTo>
                  <a:cubicBezTo>
                    <a:pt x="67" y="0"/>
                    <a:pt x="1" y="67"/>
                    <a:pt x="1" y="150"/>
                  </a:cubicBezTo>
                  <a:lnTo>
                    <a:pt x="1" y="174"/>
                  </a:lnTo>
                  <a:cubicBezTo>
                    <a:pt x="1" y="257"/>
                    <a:pt x="67" y="324"/>
                    <a:pt x="149" y="324"/>
                  </a:cubicBezTo>
                  <a:lnTo>
                    <a:pt x="2256" y="324"/>
                  </a:lnTo>
                  <a:lnTo>
                    <a:pt x="2256"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300" name="Google Shape;5300;p39"/>
            <p:cNvSpPr/>
            <p:nvPr/>
          </p:nvSpPr>
          <p:spPr>
            <a:xfrm>
              <a:off x="4051713" y="3503562"/>
              <a:ext cx="256426" cy="74901"/>
            </a:xfrm>
            <a:custGeom>
              <a:avLst/>
              <a:gdLst/>
              <a:ahLst/>
              <a:cxnLst/>
              <a:rect l="l" t="t" r="r" b="b"/>
              <a:pathLst>
                <a:path w="1455" h="425" extrusionOk="0">
                  <a:moveTo>
                    <a:pt x="56" y="1"/>
                  </a:moveTo>
                  <a:lnTo>
                    <a:pt x="0" y="425"/>
                  </a:lnTo>
                  <a:lnTo>
                    <a:pt x="1429" y="425"/>
                  </a:lnTo>
                  <a:lnTo>
                    <a:pt x="1454"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301" name="Google Shape;5301;p39"/>
            <p:cNvSpPr/>
            <p:nvPr/>
          </p:nvSpPr>
          <p:spPr>
            <a:xfrm>
              <a:off x="4191647" y="3819911"/>
              <a:ext cx="73844" cy="104333"/>
            </a:xfrm>
            <a:custGeom>
              <a:avLst/>
              <a:gdLst/>
              <a:ahLst/>
              <a:cxnLst/>
              <a:rect l="l" t="t" r="r" b="b"/>
              <a:pathLst>
                <a:path w="419" h="592" extrusionOk="0">
                  <a:moveTo>
                    <a:pt x="82" y="0"/>
                  </a:moveTo>
                  <a:lnTo>
                    <a:pt x="1" y="592"/>
                  </a:lnTo>
                  <a:lnTo>
                    <a:pt x="208" y="431"/>
                  </a:lnTo>
                  <a:lnTo>
                    <a:pt x="418" y="592"/>
                  </a:lnTo>
                  <a:lnTo>
                    <a:pt x="337" y="0"/>
                  </a:ln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302" name="Google Shape;5302;p39"/>
            <p:cNvSpPr/>
            <p:nvPr/>
          </p:nvSpPr>
          <p:spPr>
            <a:xfrm>
              <a:off x="4878981" y="3822554"/>
              <a:ext cx="366398" cy="98693"/>
            </a:xfrm>
            <a:custGeom>
              <a:avLst/>
              <a:gdLst/>
              <a:ahLst/>
              <a:cxnLst/>
              <a:rect l="l" t="t" r="r" b="b"/>
              <a:pathLst>
                <a:path w="2079" h="560" extrusionOk="0">
                  <a:moveTo>
                    <a:pt x="819" y="0"/>
                  </a:moveTo>
                  <a:lnTo>
                    <a:pt x="1" y="335"/>
                  </a:lnTo>
                  <a:lnTo>
                    <a:pt x="1" y="459"/>
                  </a:lnTo>
                  <a:cubicBezTo>
                    <a:pt x="1" y="514"/>
                    <a:pt x="46" y="559"/>
                    <a:pt x="104" y="559"/>
                  </a:cubicBezTo>
                  <a:lnTo>
                    <a:pt x="1978" y="559"/>
                  </a:lnTo>
                  <a:cubicBezTo>
                    <a:pt x="2033" y="559"/>
                    <a:pt x="2078" y="514"/>
                    <a:pt x="2078" y="459"/>
                  </a:cubicBezTo>
                  <a:lnTo>
                    <a:pt x="2078" y="296"/>
                  </a:lnTo>
                  <a:lnTo>
                    <a:pt x="819" y="0"/>
                  </a:ln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03" name="Google Shape;5303;p39"/>
            <p:cNvSpPr/>
            <p:nvPr/>
          </p:nvSpPr>
          <p:spPr>
            <a:xfrm>
              <a:off x="4902068" y="3595382"/>
              <a:ext cx="319871" cy="78602"/>
            </a:xfrm>
            <a:custGeom>
              <a:avLst/>
              <a:gdLst/>
              <a:ahLst/>
              <a:cxnLst/>
              <a:rect l="l" t="t" r="r" b="b"/>
              <a:pathLst>
                <a:path w="1815" h="446" extrusionOk="0">
                  <a:moveTo>
                    <a:pt x="54" y="0"/>
                  </a:moveTo>
                  <a:lnTo>
                    <a:pt x="0" y="446"/>
                  </a:lnTo>
                  <a:lnTo>
                    <a:pt x="1815" y="446"/>
                  </a:lnTo>
                  <a:lnTo>
                    <a:pt x="1761"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304" name="Google Shape;5304;p39"/>
            <p:cNvSpPr/>
            <p:nvPr/>
          </p:nvSpPr>
          <p:spPr>
            <a:xfrm>
              <a:off x="4877218" y="3673809"/>
              <a:ext cx="369570" cy="224703"/>
            </a:xfrm>
            <a:custGeom>
              <a:avLst/>
              <a:gdLst/>
              <a:ahLst/>
              <a:cxnLst/>
              <a:rect l="l" t="t" r="r" b="b"/>
              <a:pathLst>
                <a:path w="2097" h="1275" extrusionOk="0">
                  <a:moveTo>
                    <a:pt x="141" y="1"/>
                  </a:moveTo>
                  <a:lnTo>
                    <a:pt x="9" y="1140"/>
                  </a:lnTo>
                  <a:cubicBezTo>
                    <a:pt x="0" y="1215"/>
                    <a:pt x="69" y="1275"/>
                    <a:pt x="159" y="1275"/>
                  </a:cubicBezTo>
                  <a:lnTo>
                    <a:pt x="1936" y="1275"/>
                  </a:lnTo>
                  <a:cubicBezTo>
                    <a:pt x="2028" y="1275"/>
                    <a:pt x="2097" y="1215"/>
                    <a:pt x="2088" y="1140"/>
                  </a:cubicBezTo>
                  <a:lnTo>
                    <a:pt x="1953" y="1"/>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305" name="Google Shape;5305;p39"/>
            <p:cNvSpPr/>
            <p:nvPr/>
          </p:nvSpPr>
          <p:spPr>
            <a:xfrm>
              <a:off x="4938726" y="3628515"/>
              <a:ext cx="246556" cy="35600"/>
            </a:xfrm>
            <a:custGeom>
              <a:avLst/>
              <a:gdLst/>
              <a:ahLst/>
              <a:cxnLst/>
              <a:rect l="l" t="t" r="r" b="b"/>
              <a:pathLst>
                <a:path w="1399" h="202" extrusionOk="0">
                  <a:moveTo>
                    <a:pt x="19" y="1"/>
                  </a:moveTo>
                  <a:lnTo>
                    <a:pt x="0" y="202"/>
                  </a:lnTo>
                  <a:lnTo>
                    <a:pt x="1399" y="202"/>
                  </a:lnTo>
                  <a:lnTo>
                    <a:pt x="1379"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306" name="Google Shape;5306;p39"/>
            <p:cNvSpPr/>
            <p:nvPr/>
          </p:nvSpPr>
          <p:spPr>
            <a:xfrm>
              <a:off x="4937139" y="3682444"/>
              <a:ext cx="53047" cy="16038"/>
            </a:xfrm>
            <a:custGeom>
              <a:avLst/>
              <a:gdLst/>
              <a:ahLst/>
              <a:cxnLst/>
              <a:rect l="l" t="t" r="r" b="b"/>
              <a:pathLst>
                <a:path w="301" h="91" extrusionOk="0">
                  <a:moveTo>
                    <a:pt x="7" y="1"/>
                  </a:moveTo>
                  <a:lnTo>
                    <a:pt x="1" y="91"/>
                  </a:lnTo>
                  <a:lnTo>
                    <a:pt x="296" y="91"/>
                  </a:lnTo>
                  <a:lnTo>
                    <a:pt x="300" y="1"/>
                  </a:lnTo>
                  <a:close/>
                </a:path>
              </a:pathLst>
            </a:custGeom>
            <a:solidFill>
              <a:srgbClr val="4EE27A"/>
            </a:solidFill>
            <a:ln>
              <a:noFill/>
            </a:ln>
          </p:spPr>
          <p:txBody>
            <a:bodyPr spcFirstLastPara="1" wrap="square" lIns="121900" tIns="121900" rIns="121900" bIns="121900" anchor="ctr" anchorCtr="0">
              <a:noAutofit/>
            </a:bodyPr>
            <a:lstStyle/>
            <a:p>
              <a:endParaRPr sz="2400"/>
            </a:p>
          </p:txBody>
        </p:sp>
        <p:sp>
          <p:nvSpPr>
            <p:cNvPr id="5307" name="Google Shape;5307;p39"/>
            <p:cNvSpPr/>
            <p:nvPr/>
          </p:nvSpPr>
          <p:spPr>
            <a:xfrm>
              <a:off x="5002877" y="3682444"/>
              <a:ext cx="52519" cy="16038"/>
            </a:xfrm>
            <a:custGeom>
              <a:avLst/>
              <a:gdLst/>
              <a:ahLst/>
              <a:cxnLst/>
              <a:rect l="l" t="t" r="r" b="b"/>
              <a:pathLst>
                <a:path w="298" h="91" extrusionOk="0">
                  <a:moveTo>
                    <a:pt x="5" y="1"/>
                  </a:moveTo>
                  <a:lnTo>
                    <a:pt x="0" y="91"/>
                  </a:lnTo>
                  <a:lnTo>
                    <a:pt x="298" y="91"/>
                  </a:lnTo>
                  <a:lnTo>
                    <a:pt x="298" y="1"/>
                  </a:lnTo>
                  <a:close/>
                </a:path>
              </a:pathLst>
            </a:custGeom>
            <a:solidFill>
              <a:srgbClr val="4EE27A"/>
            </a:solidFill>
            <a:ln>
              <a:noFill/>
            </a:ln>
          </p:spPr>
          <p:txBody>
            <a:bodyPr spcFirstLastPara="1" wrap="square" lIns="121900" tIns="121900" rIns="121900" bIns="121900" anchor="ctr" anchorCtr="0">
              <a:noAutofit/>
            </a:bodyPr>
            <a:lstStyle/>
            <a:p>
              <a:endParaRPr sz="2400"/>
            </a:p>
          </p:txBody>
        </p:sp>
        <p:sp>
          <p:nvSpPr>
            <p:cNvPr id="5308" name="Google Shape;5308;p39"/>
            <p:cNvSpPr/>
            <p:nvPr/>
          </p:nvSpPr>
          <p:spPr>
            <a:xfrm>
              <a:off x="5068966" y="3682444"/>
              <a:ext cx="52166" cy="16038"/>
            </a:xfrm>
            <a:custGeom>
              <a:avLst/>
              <a:gdLst/>
              <a:ahLst/>
              <a:cxnLst/>
              <a:rect l="l" t="t" r="r" b="b"/>
              <a:pathLst>
                <a:path w="296" h="91" extrusionOk="0">
                  <a:moveTo>
                    <a:pt x="0" y="1"/>
                  </a:moveTo>
                  <a:lnTo>
                    <a:pt x="0" y="91"/>
                  </a:lnTo>
                  <a:lnTo>
                    <a:pt x="296" y="91"/>
                  </a:lnTo>
                  <a:lnTo>
                    <a:pt x="294" y="1"/>
                  </a:lnTo>
                  <a:close/>
                </a:path>
              </a:pathLst>
            </a:custGeom>
            <a:solidFill>
              <a:srgbClr val="4EE27A"/>
            </a:solidFill>
            <a:ln>
              <a:noFill/>
            </a:ln>
          </p:spPr>
          <p:txBody>
            <a:bodyPr spcFirstLastPara="1" wrap="square" lIns="121900" tIns="121900" rIns="121900" bIns="121900" anchor="ctr" anchorCtr="0">
              <a:noAutofit/>
            </a:bodyPr>
            <a:lstStyle/>
            <a:p>
              <a:endParaRPr sz="2400"/>
            </a:p>
          </p:txBody>
        </p:sp>
        <p:sp>
          <p:nvSpPr>
            <p:cNvPr id="5309" name="Google Shape;5309;p39"/>
            <p:cNvSpPr/>
            <p:nvPr/>
          </p:nvSpPr>
          <p:spPr>
            <a:xfrm>
              <a:off x="5133823" y="3682444"/>
              <a:ext cx="53400" cy="16038"/>
            </a:xfrm>
            <a:custGeom>
              <a:avLst/>
              <a:gdLst/>
              <a:ahLst/>
              <a:cxnLst/>
              <a:rect l="l" t="t" r="r" b="b"/>
              <a:pathLst>
                <a:path w="303" h="91" extrusionOk="0">
                  <a:moveTo>
                    <a:pt x="0" y="1"/>
                  </a:moveTo>
                  <a:lnTo>
                    <a:pt x="7" y="91"/>
                  </a:lnTo>
                  <a:lnTo>
                    <a:pt x="302" y="91"/>
                  </a:lnTo>
                  <a:lnTo>
                    <a:pt x="294" y="1"/>
                  </a:lnTo>
                  <a:close/>
                </a:path>
              </a:pathLst>
            </a:custGeom>
            <a:solidFill>
              <a:srgbClr val="4EE27A"/>
            </a:solidFill>
            <a:ln>
              <a:noFill/>
            </a:ln>
          </p:spPr>
          <p:txBody>
            <a:bodyPr spcFirstLastPara="1" wrap="square" lIns="121900" tIns="121900" rIns="121900" bIns="121900" anchor="ctr" anchorCtr="0">
              <a:noAutofit/>
            </a:bodyPr>
            <a:lstStyle/>
            <a:p>
              <a:endParaRPr sz="2400"/>
            </a:p>
          </p:txBody>
        </p:sp>
        <p:sp>
          <p:nvSpPr>
            <p:cNvPr id="5310" name="Google Shape;5310;p39"/>
            <p:cNvSpPr/>
            <p:nvPr/>
          </p:nvSpPr>
          <p:spPr>
            <a:xfrm>
              <a:off x="4930442" y="3717692"/>
              <a:ext cx="56044" cy="39301"/>
            </a:xfrm>
            <a:custGeom>
              <a:avLst/>
              <a:gdLst/>
              <a:ahLst/>
              <a:cxnLst/>
              <a:rect l="l" t="t" r="r" b="b"/>
              <a:pathLst>
                <a:path w="318" h="223" extrusionOk="0">
                  <a:moveTo>
                    <a:pt x="22" y="0"/>
                  </a:moveTo>
                  <a:lnTo>
                    <a:pt x="0" y="223"/>
                  </a:lnTo>
                  <a:lnTo>
                    <a:pt x="304" y="223"/>
                  </a:lnTo>
                  <a:lnTo>
                    <a:pt x="317"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11" name="Google Shape;5311;p39"/>
            <p:cNvSpPr/>
            <p:nvPr/>
          </p:nvSpPr>
          <p:spPr>
            <a:xfrm>
              <a:off x="4998999" y="3717692"/>
              <a:ext cx="54281" cy="39301"/>
            </a:xfrm>
            <a:custGeom>
              <a:avLst/>
              <a:gdLst/>
              <a:ahLst/>
              <a:cxnLst/>
              <a:rect l="l" t="t" r="r" b="b"/>
              <a:pathLst>
                <a:path w="308" h="223" extrusionOk="0">
                  <a:moveTo>
                    <a:pt x="12" y="0"/>
                  </a:moveTo>
                  <a:lnTo>
                    <a:pt x="1" y="223"/>
                  </a:lnTo>
                  <a:lnTo>
                    <a:pt x="305" y="223"/>
                  </a:lnTo>
                  <a:lnTo>
                    <a:pt x="307"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12" name="Google Shape;5312;p39"/>
            <p:cNvSpPr/>
            <p:nvPr/>
          </p:nvSpPr>
          <p:spPr>
            <a:xfrm>
              <a:off x="5067733" y="3717692"/>
              <a:ext cx="53752" cy="39301"/>
            </a:xfrm>
            <a:custGeom>
              <a:avLst/>
              <a:gdLst/>
              <a:ahLst/>
              <a:cxnLst/>
              <a:rect l="l" t="t" r="r" b="b"/>
              <a:pathLst>
                <a:path w="305" h="223" extrusionOk="0">
                  <a:moveTo>
                    <a:pt x="1" y="0"/>
                  </a:moveTo>
                  <a:lnTo>
                    <a:pt x="1" y="223"/>
                  </a:lnTo>
                  <a:lnTo>
                    <a:pt x="305" y="223"/>
                  </a:lnTo>
                  <a:lnTo>
                    <a:pt x="296"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13" name="Google Shape;5313;p39"/>
            <p:cNvSpPr/>
            <p:nvPr/>
          </p:nvSpPr>
          <p:spPr>
            <a:xfrm>
              <a:off x="4925508" y="3768273"/>
              <a:ext cx="58335" cy="41945"/>
            </a:xfrm>
            <a:custGeom>
              <a:avLst/>
              <a:gdLst/>
              <a:ahLst/>
              <a:cxnLst/>
              <a:rect l="l" t="t" r="r" b="b"/>
              <a:pathLst>
                <a:path w="331" h="238" extrusionOk="0">
                  <a:moveTo>
                    <a:pt x="22" y="0"/>
                  </a:moveTo>
                  <a:lnTo>
                    <a:pt x="0" y="238"/>
                  </a:lnTo>
                  <a:lnTo>
                    <a:pt x="317" y="238"/>
                  </a:lnTo>
                  <a:lnTo>
                    <a:pt x="330"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14" name="Google Shape;5314;p39"/>
            <p:cNvSpPr/>
            <p:nvPr/>
          </p:nvSpPr>
          <p:spPr>
            <a:xfrm>
              <a:off x="4996885" y="3768273"/>
              <a:ext cx="55867" cy="41945"/>
            </a:xfrm>
            <a:custGeom>
              <a:avLst/>
              <a:gdLst/>
              <a:ahLst/>
              <a:cxnLst/>
              <a:rect l="l" t="t" r="r" b="b"/>
              <a:pathLst>
                <a:path w="317" h="238" extrusionOk="0">
                  <a:moveTo>
                    <a:pt x="11" y="0"/>
                  </a:moveTo>
                  <a:lnTo>
                    <a:pt x="0" y="238"/>
                  </a:lnTo>
                  <a:lnTo>
                    <a:pt x="315" y="238"/>
                  </a:lnTo>
                  <a:lnTo>
                    <a:pt x="317"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15" name="Google Shape;5315;p39"/>
            <p:cNvSpPr/>
            <p:nvPr/>
          </p:nvSpPr>
          <p:spPr>
            <a:xfrm>
              <a:off x="5067733" y="3768273"/>
              <a:ext cx="56044" cy="41945"/>
            </a:xfrm>
            <a:custGeom>
              <a:avLst/>
              <a:gdLst/>
              <a:ahLst/>
              <a:cxnLst/>
              <a:rect l="l" t="t" r="r" b="b"/>
              <a:pathLst>
                <a:path w="318" h="238" extrusionOk="0">
                  <a:moveTo>
                    <a:pt x="1" y="0"/>
                  </a:moveTo>
                  <a:lnTo>
                    <a:pt x="3" y="238"/>
                  </a:lnTo>
                  <a:lnTo>
                    <a:pt x="318" y="238"/>
                  </a:lnTo>
                  <a:lnTo>
                    <a:pt x="309"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16" name="Google Shape;5316;p39"/>
            <p:cNvSpPr/>
            <p:nvPr/>
          </p:nvSpPr>
          <p:spPr>
            <a:xfrm>
              <a:off x="4920221" y="3822554"/>
              <a:ext cx="60449" cy="45469"/>
            </a:xfrm>
            <a:custGeom>
              <a:avLst/>
              <a:gdLst/>
              <a:ahLst/>
              <a:cxnLst/>
              <a:rect l="l" t="t" r="r" b="b"/>
              <a:pathLst>
                <a:path w="343" h="258" extrusionOk="0">
                  <a:moveTo>
                    <a:pt x="24" y="0"/>
                  </a:moveTo>
                  <a:lnTo>
                    <a:pt x="0" y="257"/>
                  </a:lnTo>
                  <a:lnTo>
                    <a:pt x="330" y="257"/>
                  </a:lnTo>
                  <a:lnTo>
                    <a:pt x="343"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17" name="Google Shape;5317;p39"/>
            <p:cNvSpPr/>
            <p:nvPr/>
          </p:nvSpPr>
          <p:spPr>
            <a:xfrm>
              <a:off x="4994241" y="3822554"/>
              <a:ext cx="58158" cy="45469"/>
            </a:xfrm>
            <a:custGeom>
              <a:avLst/>
              <a:gdLst/>
              <a:ahLst/>
              <a:cxnLst/>
              <a:rect l="l" t="t" r="r" b="b"/>
              <a:pathLst>
                <a:path w="330" h="258" extrusionOk="0">
                  <a:moveTo>
                    <a:pt x="13" y="0"/>
                  </a:moveTo>
                  <a:lnTo>
                    <a:pt x="0" y="257"/>
                  </a:lnTo>
                  <a:lnTo>
                    <a:pt x="330" y="257"/>
                  </a:lnTo>
                  <a:lnTo>
                    <a:pt x="330"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18" name="Google Shape;5318;p39"/>
            <p:cNvSpPr/>
            <p:nvPr/>
          </p:nvSpPr>
          <p:spPr>
            <a:xfrm>
              <a:off x="5068085" y="3822554"/>
              <a:ext cx="58335" cy="45469"/>
            </a:xfrm>
            <a:custGeom>
              <a:avLst/>
              <a:gdLst/>
              <a:ahLst/>
              <a:cxnLst/>
              <a:rect l="l" t="t" r="r" b="b"/>
              <a:pathLst>
                <a:path w="331" h="258" extrusionOk="0">
                  <a:moveTo>
                    <a:pt x="1" y="0"/>
                  </a:moveTo>
                  <a:lnTo>
                    <a:pt x="1" y="257"/>
                  </a:lnTo>
                  <a:lnTo>
                    <a:pt x="331" y="257"/>
                  </a:lnTo>
                  <a:lnTo>
                    <a:pt x="320"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19" name="Google Shape;5319;p39"/>
            <p:cNvSpPr/>
            <p:nvPr/>
          </p:nvSpPr>
          <p:spPr>
            <a:xfrm>
              <a:off x="5134527" y="3717692"/>
              <a:ext cx="54634" cy="26436"/>
            </a:xfrm>
            <a:custGeom>
              <a:avLst/>
              <a:gdLst/>
              <a:ahLst/>
              <a:cxnLst/>
              <a:rect l="l" t="t" r="r" b="b"/>
              <a:pathLst>
                <a:path w="310" h="150" extrusionOk="0">
                  <a:moveTo>
                    <a:pt x="1" y="0"/>
                  </a:moveTo>
                  <a:lnTo>
                    <a:pt x="7" y="150"/>
                  </a:lnTo>
                  <a:lnTo>
                    <a:pt x="309" y="150"/>
                  </a:lnTo>
                  <a:lnTo>
                    <a:pt x="296" y="0"/>
                  </a:ln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320" name="Google Shape;5320;p39"/>
            <p:cNvSpPr/>
            <p:nvPr/>
          </p:nvSpPr>
          <p:spPr>
            <a:xfrm>
              <a:off x="5136466" y="3755055"/>
              <a:ext cx="56396" cy="28022"/>
            </a:xfrm>
            <a:custGeom>
              <a:avLst/>
              <a:gdLst/>
              <a:ahLst/>
              <a:cxnLst/>
              <a:rect l="l" t="t" r="r" b="b"/>
              <a:pathLst>
                <a:path w="320" h="159" extrusionOk="0">
                  <a:moveTo>
                    <a:pt x="0" y="0"/>
                  </a:moveTo>
                  <a:lnTo>
                    <a:pt x="9" y="159"/>
                  </a:lnTo>
                  <a:lnTo>
                    <a:pt x="320" y="159"/>
                  </a:lnTo>
                  <a:lnTo>
                    <a:pt x="305" y="0"/>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21" name="Google Shape;5321;p39"/>
            <p:cNvSpPr/>
            <p:nvPr/>
          </p:nvSpPr>
          <p:spPr>
            <a:xfrm>
              <a:off x="5138405" y="3794532"/>
              <a:ext cx="61683" cy="73491"/>
            </a:xfrm>
            <a:custGeom>
              <a:avLst/>
              <a:gdLst/>
              <a:ahLst/>
              <a:cxnLst/>
              <a:rect l="l" t="t" r="r" b="b"/>
              <a:pathLst>
                <a:path w="350" h="417" extrusionOk="0">
                  <a:moveTo>
                    <a:pt x="0" y="1"/>
                  </a:moveTo>
                  <a:lnTo>
                    <a:pt x="22" y="416"/>
                  </a:lnTo>
                  <a:lnTo>
                    <a:pt x="349" y="416"/>
                  </a:lnTo>
                  <a:lnTo>
                    <a:pt x="313" y="1"/>
                  </a:ln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22" name="Google Shape;5322;p39"/>
            <p:cNvSpPr/>
            <p:nvPr/>
          </p:nvSpPr>
          <p:spPr>
            <a:xfrm>
              <a:off x="5074959" y="3607719"/>
              <a:ext cx="105038" cy="12337"/>
            </a:xfrm>
            <a:custGeom>
              <a:avLst/>
              <a:gdLst/>
              <a:ahLst/>
              <a:cxnLst/>
              <a:rect l="l" t="t" r="r" b="b"/>
              <a:pathLst>
                <a:path w="596" h="70" extrusionOk="0">
                  <a:moveTo>
                    <a:pt x="0" y="1"/>
                  </a:moveTo>
                  <a:lnTo>
                    <a:pt x="0" y="69"/>
                  </a:lnTo>
                  <a:lnTo>
                    <a:pt x="596" y="69"/>
                  </a:lnTo>
                  <a:lnTo>
                    <a:pt x="591" y="1"/>
                  </a:ln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323" name="Google Shape;5323;p39"/>
            <p:cNvSpPr/>
            <p:nvPr/>
          </p:nvSpPr>
          <p:spPr>
            <a:xfrm>
              <a:off x="2809050" y="1340403"/>
              <a:ext cx="1139728" cy="1038391"/>
            </a:xfrm>
            <a:custGeom>
              <a:avLst/>
              <a:gdLst/>
              <a:ahLst/>
              <a:cxnLst/>
              <a:rect l="l" t="t" r="r" b="b"/>
              <a:pathLst>
                <a:path w="6467" h="5892" extrusionOk="0">
                  <a:moveTo>
                    <a:pt x="3233" y="1"/>
                  </a:moveTo>
                  <a:cubicBezTo>
                    <a:pt x="2480" y="1"/>
                    <a:pt x="1726" y="288"/>
                    <a:pt x="1151" y="864"/>
                  </a:cubicBezTo>
                  <a:cubicBezTo>
                    <a:pt x="1" y="2014"/>
                    <a:pt x="1" y="3879"/>
                    <a:pt x="1151" y="5029"/>
                  </a:cubicBezTo>
                  <a:cubicBezTo>
                    <a:pt x="1726" y="5604"/>
                    <a:pt x="2480" y="5892"/>
                    <a:pt x="3233" y="5892"/>
                  </a:cubicBezTo>
                  <a:cubicBezTo>
                    <a:pt x="3987" y="5892"/>
                    <a:pt x="4741" y="5604"/>
                    <a:pt x="5316" y="5029"/>
                  </a:cubicBezTo>
                  <a:cubicBezTo>
                    <a:pt x="6466" y="3879"/>
                    <a:pt x="6466" y="2014"/>
                    <a:pt x="5316" y="864"/>
                  </a:cubicBezTo>
                  <a:cubicBezTo>
                    <a:pt x="4741" y="288"/>
                    <a:pt x="3987" y="1"/>
                    <a:pt x="3233" y="1"/>
                  </a:cubicBez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24" name="Google Shape;5324;p39"/>
            <p:cNvSpPr/>
            <p:nvPr/>
          </p:nvSpPr>
          <p:spPr>
            <a:xfrm>
              <a:off x="2859983" y="1340050"/>
              <a:ext cx="1038568" cy="1038568"/>
            </a:xfrm>
            <a:custGeom>
              <a:avLst/>
              <a:gdLst/>
              <a:ahLst/>
              <a:cxnLst/>
              <a:rect l="l" t="t" r="r" b="b"/>
              <a:pathLst>
                <a:path w="5893" h="5893" extrusionOk="0">
                  <a:moveTo>
                    <a:pt x="2946" y="0"/>
                  </a:moveTo>
                  <a:cubicBezTo>
                    <a:pt x="1318" y="0"/>
                    <a:pt x="1" y="1320"/>
                    <a:pt x="1" y="2947"/>
                  </a:cubicBezTo>
                  <a:cubicBezTo>
                    <a:pt x="1" y="4575"/>
                    <a:pt x="1318" y="5892"/>
                    <a:pt x="2946" y="5892"/>
                  </a:cubicBezTo>
                  <a:cubicBezTo>
                    <a:pt x="4573" y="5892"/>
                    <a:pt x="5893" y="4575"/>
                    <a:pt x="5893" y="2947"/>
                  </a:cubicBezTo>
                  <a:cubicBezTo>
                    <a:pt x="5893" y="1320"/>
                    <a:pt x="4573" y="0"/>
                    <a:pt x="2946" y="0"/>
                  </a:cubicBez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25" name="Google Shape;5325;p39"/>
            <p:cNvSpPr/>
            <p:nvPr/>
          </p:nvSpPr>
          <p:spPr>
            <a:xfrm>
              <a:off x="3461664" y="1377766"/>
              <a:ext cx="410105" cy="630930"/>
            </a:xfrm>
            <a:custGeom>
              <a:avLst/>
              <a:gdLst/>
              <a:ahLst/>
              <a:cxnLst/>
              <a:rect l="l" t="t" r="r" b="b"/>
              <a:pathLst>
                <a:path w="2327" h="3580" extrusionOk="0">
                  <a:moveTo>
                    <a:pt x="118" y="0"/>
                  </a:moveTo>
                  <a:cubicBezTo>
                    <a:pt x="80" y="39"/>
                    <a:pt x="41" y="80"/>
                    <a:pt x="1" y="118"/>
                  </a:cubicBezTo>
                  <a:cubicBezTo>
                    <a:pt x="1243" y="341"/>
                    <a:pt x="2187" y="1429"/>
                    <a:pt x="2187" y="2733"/>
                  </a:cubicBezTo>
                  <a:cubicBezTo>
                    <a:pt x="2187" y="2988"/>
                    <a:pt x="2151" y="3237"/>
                    <a:pt x="2082" y="3470"/>
                  </a:cubicBezTo>
                  <a:cubicBezTo>
                    <a:pt x="2121" y="3506"/>
                    <a:pt x="2157" y="3543"/>
                    <a:pt x="2196" y="3579"/>
                  </a:cubicBezTo>
                  <a:cubicBezTo>
                    <a:pt x="2282" y="3312"/>
                    <a:pt x="2327" y="3027"/>
                    <a:pt x="2327" y="2733"/>
                  </a:cubicBezTo>
                  <a:cubicBezTo>
                    <a:pt x="2327" y="1393"/>
                    <a:pt x="1380" y="270"/>
                    <a:pt x="118"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326" name="Google Shape;5326;p39"/>
            <p:cNvSpPr/>
            <p:nvPr/>
          </p:nvSpPr>
          <p:spPr>
            <a:xfrm>
              <a:off x="2886419" y="1366839"/>
              <a:ext cx="939698" cy="985344"/>
            </a:xfrm>
            <a:custGeom>
              <a:avLst/>
              <a:gdLst/>
              <a:ahLst/>
              <a:cxnLst/>
              <a:rect l="l" t="t" r="r" b="b"/>
              <a:pathLst>
                <a:path w="5332" h="5591" extrusionOk="0">
                  <a:moveTo>
                    <a:pt x="2796" y="0"/>
                  </a:moveTo>
                  <a:cubicBezTo>
                    <a:pt x="1256" y="0"/>
                    <a:pt x="1" y="1253"/>
                    <a:pt x="1" y="2795"/>
                  </a:cubicBezTo>
                  <a:cubicBezTo>
                    <a:pt x="1" y="4335"/>
                    <a:pt x="1256" y="5590"/>
                    <a:pt x="2796" y="5590"/>
                  </a:cubicBezTo>
                  <a:cubicBezTo>
                    <a:pt x="3918" y="5590"/>
                    <a:pt x="4886" y="4926"/>
                    <a:pt x="5331" y="3971"/>
                  </a:cubicBezTo>
                  <a:cubicBezTo>
                    <a:pt x="5295" y="3937"/>
                    <a:pt x="5261" y="3903"/>
                    <a:pt x="5224" y="3868"/>
                  </a:cubicBezTo>
                  <a:cubicBezTo>
                    <a:pt x="4811" y="4800"/>
                    <a:pt x="3879" y="5451"/>
                    <a:pt x="2796" y="5451"/>
                  </a:cubicBezTo>
                  <a:cubicBezTo>
                    <a:pt x="1331" y="5451"/>
                    <a:pt x="140" y="4260"/>
                    <a:pt x="140" y="2795"/>
                  </a:cubicBezTo>
                  <a:cubicBezTo>
                    <a:pt x="140" y="1330"/>
                    <a:pt x="1331" y="140"/>
                    <a:pt x="2796" y="140"/>
                  </a:cubicBezTo>
                  <a:lnTo>
                    <a:pt x="2845" y="140"/>
                  </a:lnTo>
                  <a:cubicBezTo>
                    <a:pt x="2890" y="95"/>
                    <a:pt x="2935" y="52"/>
                    <a:pt x="2980" y="7"/>
                  </a:cubicBezTo>
                  <a:cubicBezTo>
                    <a:pt x="2918" y="2"/>
                    <a:pt x="2858" y="0"/>
                    <a:pt x="2796"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327" name="Google Shape;5327;p39"/>
            <p:cNvSpPr/>
            <p:nvPr/>
          </p:nvSpPr>
          <p:spPr>
            <a:xfrm>
              <a:off x="2967665" y="1447556"/>
              <a:ext cx="823029" cy="823382"/>
            </a:xfrm>
            <a:custGeom>
              <a:avLst/>
              <a:gdLst/>
              <a:ahLst/>
              <a:cxnLst/>
              <a:rect l="l" t="t" r="r" b="b"/>
              <a:pathLst>
                <a:path w="4670" h="4672" extrusionOk="0">
                  <a:moveTo>
                    <a:pt x="2335" y="1"/>
                  </a:moveTo>
                  <a:cubicBezTo>
                    <a:pt x="1045" y="1"/>
                    <a:pt x="0" y="1048"/>
                    <a:pt x="0" y="2337"/>
                  </a:cubicBezTo>
                  <a:cubicBezTo>
                    <a:pt x="0" y="3627"/>
                    <a:pt x="1045" y="4672"/>
                    <a:pt x="2335" y="4672"/>
                  </a:cubicBezTo>
                  <a:cubicBezTo>
                    <a:pt x="3624" y="4672"/>
                    <a:pt x="4669" y="3627"/>
                    <a:pt x="4669" y="2337"/>
                  </a:cubicBezTo>
                  <a:cubicBezTo>
                    <a:pt x="4669" y="1048"/>
                    <a:pt x="3624" y="1"/>
                    <a:pt x="2335"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328" name="Google Shape;5328;p39"/>
            <p:cNvSpPr/>
            <p:nvPr/>
          </p:nvSpPr>
          <p:spPr>
            <a:xfrm>
              <a:off x="5246263" y="1340403"/>
              <a:ext cx="1140080" cy="1038391"/>
            </a:xfrm>
            <a:custGeom>
              <a:avLst/>
              <a:gdLst/>
              <a:ahLst/>
              <a:cxnLst/>
              <a:rect l="l" t="t" r="r" b="b"/>
              <a:pathLst>
                <a:path w="6469" h="5892" extrusionOk="0">
                  <a:moveTo>
                    <a:pt x="3236" y="1"/>
                  </a:moveTo>
                  <a:cubicBezTo>
                    <a:pt x="2482" y="1"/>
                    <a:pt x="1728" y="288"/>
                    <a:pt x="1153" y="864"/>
                  </a:cubicBezTo>
                  <a:cubicBezTo>
                    <a:pt x="1" y="2014"/>
                    <a:pt x="1" y="3879"/>
                    <a:pt x="1153" y="5029"/>
                  </a:cubicBezTo>
                  <a:cubicBezTo>
                    <a:pt x="1728" y="5604"/>
                    <a:pt x="2482" y="5892"/>
                    <a:pt x="3236" y="5892"/>
                  </a:cubicBezTo>
                  <a:cubicBezTo>
                    <a:pt x="3990" y="5892"/>
                    <a:pt x="4744" y="5604"/>
                    <a:pt x="5319" y="5029"/>
                  </a:cubicBezTo>
                  <a:cubicBezTo>
                    <a:pt x="6469" y="3879"/>
                    <a:pt x="6469" y="2014"/>
                    <a:pt x="5319" y="864"/>
                  </a:cubicBezTo>
                  <a:cubicBezTo>
                    <a:pt x="4744" y="288"/>
                    <a:pt x="3990" y="1"/>
                    <a:pt x="3236" y="1"/>
                  </a:cubicBezTo>
                  <a:close/>
                </a:path>
              </a:pathLst>
            </a:custGeom>
            <a:solidFill>
              <a:srgbClr val="FEBA63"/>
            </a:solidFill>
            <a:ln>
              <a:noFill/>
            </a:ln>
          </p:spPr>
          <p:txBody>
            <a:bodyPr spcFirstLastPara="1" wrap="square" lIns="121900" tIns="121900" rIns="121900" bIns="121900" anchor="ctr" anchorCtr="0">
              <a:noAutofit/>
            </a:bodyPr>
            <a:lstStyle/>
            <a:p>
              <a:endParaRPr sz="2400"/>
            </a:p>
          </p:txBody>
        </p:sp>
        <p:sp>
          <p:nvSpPr>
            <p:cNvPr id="5329" name="Google Shape;5329;p39"/>
            <p:cNvSpPr/>
            <p:nvPr/>
          </p:nvSpPr>
          <p:spPr>
            <a:xfrm>
              <a:off x="5297196" y="1340050"/>
              <a:ext cx="1038568" cy="1038568"/>
            </a:xfrm>
            <a:custGeom>
              <a:avLst/>
              <a:gdLst/>
              <a:ahLst/>
              <a:cxnLst/>
              <a:rect l="l" t="t" r="r" b="b"/>
              <a:pathLst>
                <a:path w="5893" h="5893" extrusionOk="0">
                  <a:moveTo>
                    <a:pt x="2948" y="0"/>
                  </a:moveTo>
                  <a:cubicBezTo>
                    <a:pt x="1320" y="0"/>
                    <a:pt x="1" y="1320"/>
                    <a:pt x="1" y="2947"/>
                  </a:cubicBezTo>
                  <a:cubicBezTo>
                    <a:pt x="1" y="4575"/>
                    <a:pt x="1320" y="5892"/>
                    <a:pt x="2948" y="5892"/>
                  </a:cubicBezTo>
                  <a:cubicBezTo>
                    <a:pt x="4576" y="5892"/>
                    <a:pt x="5893" y="4575"/>
                    <a:pt x="5893" y="2947"/>
                  </a:cubicBezTo>
                  <a:cubicBezTo>
                    <a:pt x="5893" y="1320"/>
                    <a:pt x="4576" y="0"/>
                    <a:pt x="2948" y="0"/>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330" name="Google Shape;5330;p39"/>
            <p:cNvSpPr/>
            <p:nvPr/>
          </p:nvSpPr>
          <p:spPr>
            <a:xfrm>
              <a:off x="5899230" y="1377766"/>
              <a:ext cx="410105" cy="630930"/>
            </a:xfrm>
            <a:custGeom>
              <a:avLst/>
              <a:gdLst/>
              <a:ahLst/>
              <a:cxnLst/>
              <a:rect l="l" t="t" r="r" b="b"/>
              <a:pathLst>
                <a:path w="2327" h="3580" extrusionOk="0">
                  <a:moveTo>
                    <a:pt x="119" y="0"/>
                  </a:moveTo>
                  <a:cubicBezTo>
                    <a:pt x="80" y="39"/>
                    <a:pt x="39" y="80"/>
                    <a:pt x="1" y="118"/>
                  </a:cubicBezTo>
                  <a:cubicBezTo>
                    <a:pt x="1243" y="341"/>
                    <a:pt x="2188" y="1429"/>
                    <a:pt x="2188" y="2733"/>
                  </a:cubicBezTo>
                  <a:cubicBezTo>
                    <a:pt x="2188" y="2988"/>
                    <a:pt x="2151" y="3237"/>
                    <a:pt x="2083" y="3470"/>
                  </a:cubicBezTo>
                  <a:cubicBezTo>
                    <a:pt x="2121" y="3506"/>
                    <a:pt x="2158" y="3543"/>
                    <a:pt x="2196" y="3579"/>
                  </a:cubicBezTo>
                  <a:cubicBezTo>
                    <a:pt x="2280" y="3312"/>
                    <a:pt x="2327" y="3027"/>
                    <a:pt x="2327" y="2733"/>
                  </a:cubicBezTo>
                  <a:cubicBezTo>
                    <a:pt x="2327" y="1393"/>
                    <a:pt x="1378" y="270"/>
                    <a:pt x="119"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331" name="Google Shape;5331;p39"/>
            <p:cNvSpPr/>
            <p:nvPr/>
          </p:nvSpPr>
          <p:spPr>
            <a:xfrm>
              <a:off x="5323985" y="1366839"/>
              <a:ext cx="939346" cy="985344"/>
            </a:xfrm>
            <a:custGeom>
              <a:avLst/>
              <a:gdLst/>
              <a:ahLst/>
              <a:cxnLst/>
              <a:rect l="l" t="t" r="r" b="b"/>
              <a:pathLst>
                <a:path w="5330" h="5591" extrusionOk="0">
                  <a:moveTo>
                    <a:pt x="2796" y="0"/>
                  </a:moveTo>
                  <a:cubicBezTo>
                    <a:pt x="1254" y="0"/>
                    <a:pt x="1" y="1253"/>
                    <a:pt x="1" y="2795"/>
                  </a:cubicBezTo>
                  <a:cubicBezTo>
                    <a:pt x="1" y="4335"/>
                    <a:pt x="1254" y="5590"/>
                    <a:pt x="2796" y="5590"/>
                  </a:cubicBezTo>
                  <a:cubicBezTo>
                    <a:pt x="3916" y="5590"/>
                    <a:pt x="4886" y="4926"/>
                    <a:pt x="5330" y="3971"/>
                  </a:cubicBezTo>
                  <a:cubicBezTo>
                    <a:pt x="5295" y="3937"/>
                    <a:pt x="5261" y="3903"/>
                    <a:pt x="5225" y="3868"/>
                  </a:cubicBezTo>
                  <a:cubicBezTo>
                    <a:pt x="4811" y="4800"/>
                    <a:pt x="3877" y="5451"/>
                    <a:pt x="2796" y="5451"/>
                  </a:cubicBezTo>
                  <a:cubicBezTo>
                    <a:pt x="1331" y="5451"/>
                    <a:pt x="140" y="4260"/>
                    <a:pt x="140" y="2795"/>
                  </a:cubicBezTo>
                  <a:cubicBezTo>
                    <a:pt x="140" y="1330"/>
                    <a:pt x="1331" y="140"/>
                    <a:pt x="2796" y="140"/>
                  </a:cubicBezTo>
                  <a:lnTo>
                    <a:pt x="2845" y="140"/>
                  </a:lnTo>
                  <a:cubicBezTo>
                    <a:pt x="2890" y="95"/>
                    <a:pt x="2935" y="52"/>
                    <a:pt x="2978" y="7"/>
                  </a:cubicBezTo>
                  <a:cubicBezTo>
                    <a:pt x="2918" y="2"/>
                    <a:pt x="2858" y="0"/>
                    <a:pt x="2796"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332" name="Google Shape;5332;p39"/>
            <p:cNvSpPr/>
            <p:nvPr/>
          </p:nvSpPr>
          <p:spPr>
            <a:xfrm>
              <a:off x="5364520" y="1448085"/>
              <a:ext cx="903746" cy="823029"/>
            </a:xfrm>
            <a:custGeom>
              <a:avLst/>
              <a:gdLst/>
              <a:ahLst/>
              <a:cxnLst/>
              <a:rect l="l" t="t" r="r" b="b"/>
              <a:pathLst>
                <a:path w="5128" h="4670" extrusionOk="0">
                  <a:moveTo>
                    <a:pt x="2564" y="0"/>
                  </a:moveTo>
                  <a:cubicBezTo>
                    <a:pt x="1966" y="0"/>
                    <a:pt x="1369" y="228"/>
                    <a:pt x="912" y="683"/>
                  </a:cubicBezTo>
                  <a:cubicBezTo>
                    <a:pt x="0" y="1595"/>
                    <a:pt x="0" y="3075"/>
                    <a:pt x="912" y="3986"/>
                  </a:cubicBezTo>
                  <a:cubicBezTo>
                    <a:pt x="1369" y="4442"/>
                    <a:pt x="1966" y="4670"/>
                    <a:pt x="2564" y="4670"/>
                  </a:cubicBezTo>
                  <a:cubicBezTo>
                    <a:pt x="3161" y="4670"/>
                    <a:pt x="3759" y="4442"/>
                    <a:pt x="4215" y="3986"/>
                  </a:cubicBezTo>
                  <a:cubicBezTo>
                    <a:pt x="5127" y="3075"/>
                    <a:pt x="5127" y="1595"/>
                    <a:pt x="4215" y="683"/>
                  </a:cubicBezTo>
                  <a:cubicBezTo>
                    <a:pt x="3759" y="228"/>
                    <a:pt x="3161" y="0"/>
                    <a:pt x="2564"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343" name="Google Shape;5343;p39"/>
            <p:cNvSpPr/>
            <p:nvPr/>
          </p:nvSpPr>
          <p:spPr>
            <a:xfrm>
              <a:off x="4674895" y="3752764"/>
              <a:ext cx="139756" cy="41240"/>
            </a:xfrm>
            <a:custGeom>
              <a:avLst/>
              <a:gdLst/>
              <a:ahLst/>
              <a:cxnLst/>
              <a:rect l="l" t="t" r="r" b="b"/>
              <a:pathLst>
                <a:path w="793" h="234" extrusionOk="0">
                  <a:moveTo>
                    <a:pt x="7" y="0"/>
                  </a:moveTo>
                  <a:lnTo>
                    <a:pt x="0" y="176"/>
                  </a:lnTo>
                  <a:lnTo>
                    <a:pt x="598" y="234"/>
                  </a:lnTo>
                  <a:lnTo>
                    <a:pt x="773" y="163"/>
                  </a:lnTo>
                  <a:lnTo>
                    <a:pt x="793" y="58"/>
                  </a:lnTo>
                  <a:lnTo>
                    <a:pt x="7"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344" name="Google Shape;5344;p39"/>
            <p:cNvSpPr/>
            <p:nvPr/>
          </p:nvSpPr>
          <p:spPr>
            <a:xfrm>
              <a:off x="4460765" y="3720688"/>
              <a:ext cx="372390" cy="63622"/>
            </a:xfrm>
            <a:custGeom>
              <a:avLst/>
              <a:gdLst/>
              <a:ahLst/>
              <a:cxnLst/>
              <a:rect l="l" t="t" r="r" b="b"/>
              <a:pathLst>
                <a:path w="2113" h="361" extrusionOk="0">
                  <a:moveTo>
                    <a:pt x="18" y="0"/>
                  </a:moveTo>
                  <a:lnTo>
                    <a:pt x="1" y="174"/>
                  </a:lnTo>
                  <a:lnTo>
                    <a:pt x="2095" y="360"/>
                  </a:lnTo>
                  <a:lnTo>
                    <a:pt x="2113" y="184"/>
                  </a:lnTo>
                  <a:lnTo>
                    <a:pt x="18" y="0"/>
                  </a:lnTo>
                  <a:close/>
                </a:path>
              </a:pathLst>
            </a:custGeom>
            <a:solidFill>
              <a:srgbClr val="4EE27A"/>
            </a:solidFill>
            <a:ln>
              <a:noFill/>
            </a:ln>
          </p:spPr>
          <p:txBody>
            <a:bodyPr spcFirstLastPara="1" wrap="square" lIns="121900" tIns="121900" rIns="121900" bIns="121900" anchor="ctr" anchorCtr="0">
              <a:noAutofit/>
            </a:bodyPr>
            <a:lstStyle/>
            <a:p>
              <a:endParaRPr sz="2400"/>
            </a:p>
          </p:txBody>
        </p:sp>
        <p:sp>
          <p:nvSpPr>
            <p:cNvPr id="5345" name="Google Shape;5345;p39"/>
            <p:cNvSpPr/>
            <p:nvPr/>
          </p:nvSpPr>
          <p:spPr>
            <a:xfrm>
              <a:off x="4412828" y="3719455"/>
              <a:ext cx="51990" cy="31194"/>
            </a:xfrm>
            <a:custGeom>
              <a:avLst/>
              <a:gdLst/>
              <a:ahLst/>
              <a:cxnLst/>
              <a:rect l="l" t="t" r="r" b="b"/>
              <a:pathLst>
                <a:path w="295" h="177" extrusionOk="0">
                  <a:moveTo>
                    <a:pt x="294" y="1"/>
                  </a:moveTo>
                  <a:lnTo>
                    <a:pt x="1" y="63"/>
                  </a:lnTo>
                  <a:lnTo>
                    <a:pt x="279" y="176"/>
                  </a:lnTo>
                  <a:lnTo>
                    <a:pt x="294" y="1"/>
                  </a:lnTo>
                  <a:close/>
                </a:path>
              </a:pathLst>
            </a:custGeom>
            <a:solidFill>
              <a:srgbClr val="4EE27A"/>
            </a:solidFill>
            <a:ln>
              <a:noFill/>
            </a:ln>
          </p:spPr>
          <p:txBody>
            <a:bodyPr spcFirstLastPara="1" wrap="square" lIns="121900" tIns="121900" rIns="121900" bIns="121900" anchor="ctr" anchorCtr="0">
              <a:noAutofit/>
            </a:bodyPr>
            <a:lstStyle/>
            <a:p>
              <a:endParaRPr sz="2400"/>
            </a:p>
          </p:txBody>
        </p:sp>
        <p:sp>
          <p:nvSpPr>
            <p:cNvPr id="5346" name="Google Shape;5346;p39"/>
            <p:cNvSpPr/>
            <p:nvPr/>
          </p:nvSpPr>
          <p:spPr>
            <a:xfrm>
              <a:off x="4415471" y="3651250"/>
              <a:ext cx="123190" cy="46350"/>
            </a:xfrm>
            <a:custGeom>
              <a:avLst/>
              <a:gdLst/>
              <a:ahLst/>
              <a:cxnLst/>
              <a:rect l="l" t="t" r="r" b="b"/>
              <a:pathLst>
                <a:path w="699" h="263" extrusionOk="0">
                  <a:moveTo>
                    <a:pt x="675" y="0"/>
                  </a:moveTo>
                  <a:lnTo>
                    <a:pt x="1" y="82"/>
                  </a:lnTo>
                  <a:cubicBezTo>
                    <a:pt x="13" y="185"/>
                    <a:pt x="102" y="263"/>
                    <a:pt x="205" y="263"/>
                  </a:cubicBezTo>
                  <a:cubicBezTo>
                    <a:pt x="212" y="263"/>
                    <a:pt x="220" y="262"/>
                    <a:pt x="228" y="261"/>
                  </a:cubicBezTo>
                  <a:lnTo>
                    <a:pt x="699" y="206"/>
                  </a:lnTo>
                  <a:lnTo>
                    <a:pt x="675"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sp>
          <p:nvSpPr>
            <p:cNvPr id="5347" name="Google Shape;5347;p39"/>
            <p:cNvSpPr/>
            <p:nvPr/>
          </p:nvSpPr>
          <p:spPr>
            <a:xfrm>
              <a:off x="4439616" y="3612654"/>
              <a:ext cx="339962" cy="68556"/>
            </a:xfrm>
            <a:custGeom>
              <a:avLst/>
              <a:gdLst/>
              <a:ahLst/>
              <a:cxnLst/>
              <a:rect l="l" t="t" r="r" b="b"/>
              <a:pathLst>
                <a:path w="1929" h="389" extrusionOk="0">
                  <a:moveTo>
                    <a:pt x="1909" y="1"/>
                  </a:moveTo>
                  <a:lnTo>
                    <a:pt x="1" y="226"/>
                  </a:lnTo>
                  <a:lnTo>
                    <a:pt x="20" y="388"/>
                  </a:lnTo>
                  <a:lnTo>
                    <a:pt x="1928" y="163"/>
                  </a:lnTo>
                  <a:lnTo>
                    <a:pt x="1909" y="1"/>
                  </a:ln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348" name="Google Shape;5348;p39"/>
            <p:cNvSpPr/>
            <p:nvPr/>
          </p:nvSpPr>
          <p:spPr>
            <a:xfrm>
              <a:off x="4381105" y="3641028"/>
              <a:ext cx="135703" cy="48642"/>
            </a:xfrm>
            <a:custGeom>
              <a:avLst/>
              <a:gdLst/>
              <a:ahLst/>
              <a:cxnLst/>
              <a:rect l="l" t="t" r="r" b="b"/>
              <a:pathLst>
                <a:path w="770" h="276" extrusionOk="0">
                  <a:moveTo>
                    <a:pt x="746" y="0"/>
                  </a:moveTo>
                  <a:lnTo>
                    <a:pt x="95" y="77"/>
                  </a:lnTo>
                  <a:cubicBezTo>
                    <a:pt x="39" y="84"/>
                    <a:pt x="1" y="133"/>
                    <a:pt x="7" y="187"/>
                  </a:cubicBezTo>
                  <a:cubicBezTo>
                    <a:pt x="13" y="238"/>
                    <a:pt x="56" y="275"/>
                    <a:pt x="107" y="275"/>
                  </a:cubicBezTo>
                  <a:cubicBezTo>
                    <a:pt x="111" y="275"/>
                    <a:pt x="115" y="275"/>
                    <a:pt x="119" y="274"/>
                  </a:cubicBezTo>
                  <a:lnTo>
                    <a:pt x="770" y="197"/>
                  </a:lnTo>
                  <a:lnTo>
                    <a:pt x="746" y="0"/>
                  </a:lnTo>
                  <a:close/>
                </a:path>
              </a:pathLst>
            </a:custGeom>
            <a:solidFill>
              <a:srgbClr val="595959"/>
            </a:solidFill>
            <a:ln>
              <a:noFill/>
            </a:ln>
          </p:spPr>
          <p:txBody>
            <a:bodyPr spcFirstLastPara="1" wrap="square" lIns="121900" tIns="121900" rIns="121900" bIns="121900" anchor="ctr" anchorCtr="0">
              <a:noAutofit/>
            </a:bodyPr>
            <a:lstStyle/>
            <a:p>
              <a:endParaRPr sz="2400"/>
            </a:p>
          </p:txBody>
        </p:sp>
      </p:grpSp>
      <p:sp>
        <p:nvSpPr>
          <p:cNvPr id="5349" name="Google Shape;5349;p39"/>
          <p:cNvSpPr txBox="1"/>
          <p:nvPr/>
        </p:nvSpPr>
        <p:spPr>
          <a:xfrm>
            <a:off x="4139417" y="2162984"/>
            <a:ext cx="671200" cy="632000"/>
          </a:xfrm>
          <a:prstGeom prst="rect">
            <a:avLst/>
          </a:prstGeom>
          <a:noFill/>
          <a:ln>
            <a:noFill/>
          </a:ln>
        </p:spPr>
        <p:txBody>
          <a:bodyPr spcFirstLastPara="1" wrap="square" lIns="121900" tIns="121900" rIns="121900" bIns="121900" anchor="ctr" anchorCtr="0">
            <a:noAutofit/>
          </a:bodyPr>
          <a:lstStyle/>
          <a:p>
            <a:pPr algn="ctr"/>
            <a:r>
              <a:rPr lang="en" sz="2933" b="1">
                <a:solidFill>
                  <a:schemeClr val="accent6"/>
                </a:solidFill>
                <a:latin typeface="Fira Sans Extra Condensed"/>
                <a:ea typeface="Fira Sans Extra Condensed"/>
                <a:cs typeface="Fira Sans Extra Condensed"/>
                <a:sym typeface="Fira Sans Extra Condensed"/>
              </a:rPr>
              <a:t>01</a:t>
            </a:r>
            <a:endParaRPr sz="2933" b="1">
              <a:solidFill>
                <a:schemeClr val="accent6"/>
              </a:solidFill>
              <a:latin typeface="Fira Sans Extra Condensed"/>
              <a:ea typeface="Fira Sans Extra Condensed"/>
              <a:cs typeface="Fira Sans Extra Condensed"/>
              <a:sym typeface="Fira Sans Extra Condensed"/>
            </a:endParaRPr>
          </a:p>
        </p:txBody>
      </p:sp>
      <p:sp>
        <p:nvSpPr>
          <p:cNvPr id="5350" name="Google Shape;5350;p39"/>
          <p:cNvSpPr txBox="1"/>
          <p:nvPr/>
        </p:nvSpPr>
        <p:spPr>
          <a:xfrm>
            <a:off x="7419717" y="2163451"/>
            <a:ext cx="671200" cy="632000"/>
          </a:xfrm>
          <a:prstGeom prst="rect">
            <a:avLst/>
          </a:prstGeom>
          <a:noFill/>
          <a:ln>
            <a:noFill/>
          </a:ln>
        </p:spPr>
        <p:txBody>
          <a:bodyPr spcFirstLastPara="1" wrap="square" lIns="121900" tIns="121900" rIns="121900" bIns="121900" anchor="ctr" anchorCtr="0">
            <a:noAutofit/>
          </a:bodyPr>
          <a:lstStyle/>
          <a:p>
            <a:pPr algn="ctr"/>
            <a:r>
              <a:rPr lang="en" sz="2933" b="1">
                <a:solidFill>
                  <a:schemeClr val="accent2"/>
                </a:solidFill>
                <a:latin typeface="Fira Sans Extra Condensed"/>
                <a:ea typeface="Fira Sans Extra Condensed"/>
                <a:cs typeface="Fira Sans Extra Condensed"/>
                <a:sym typeface="Fira Sans Extra Condensed"/>
              </a:rPr>
              <a:t>02</a:t>
            </a:r>
            <a:endParaRPr sz="2933" b="1">
              <a:solidFill>
                <a:schemeClr val="accent2"/>
              </a:solidFill>
              <a:latin typeface="Fira Sans Extra Condensed"/>
              <a:ea typeface="Fira Sans Extra Condensed"/>
              <a:cs typeface="Fira Sans Extra Condensed"/>
              <a:sym typeface="Fira Sans Extra Condensed"/>
            </a:endParaRPr>
          </a:p>
        </p:txBody>
      </p:sp>
      <p:grpSp>
        <p:nvGrpSpPr>
          <p:cNvPr id="5353" name="Google Shape;5353;p39"/>
          <p:cNvGrpSpPr/>
          <p:nvPr/>
        </p:nvGrpSpPr>
        <p:grpSpPr>
          <a:xfrm>
            <a:off x="8752157" y="2013542"/>
            <a:ext cx="3246803" cy="1982525"/>
            <a:chOff x="6564118" y="1529929"/>
            <a:chExt cx="2268182" cy="1330669"/>
          </a:xfrm>
        </p:grpSpPr>
        <p:sp>
          <p:nvSpPr>
            <p:cNvPr id="5354" name="Google Shape;5354;p39"/>
            <p:cNvSpPr txBox="1"/>
            <p:nvPr/>
          </p:nvSpPr>
          <p:spPr>
            <a:xfrm>
              <a:off x="6884580" y="1529929"/>
              <a:ext cx="1884600" cy="429600"/>
            </a:xfrm>
            <a:prstGeom prst="rect">
              <a:avLst/>
            </a:prstGeom>
            <a:noFill/>
            <a:ln>
              <a:noFill/>
            </a:ln>
          </p:spPr>
          <p:txBody>
            <a:bodyPr spcFirstLastPara="1" wrap="square" lIns="121900" tIns="121900" rIns="121900" bIns="121900" anchor="ctr" anchorCtr="0">
              <a:noAutofit/>
            </a:bodyPr>
            <a:lstStyle/>
            <a:p>
              <a:pPr algn="r"/>
              <a:r>
                <a:rPr lang="en" sz="2267" dirty="0">
                  <a:solidFill>
                    <a:schemeClr val="accent2"/>
                  </a:solidFill>
                  <a:latin typeface="Times New Roman" panose="02020603050405020304" pitchFamily="18" charset="0"/>
                  <a:ea typeface="Fira Sans Extra Condensed Medium"/>
                  <a:cs typeface="Times New Roman" panose="02020603050405020304" pitchFamily="18" charset="0"/>
                  <a:sym typeface="Fira Sans Extra Condensed Medium"/>
                </a:rPr>
                <a:t>LCD</a:t>
              </a:r>
              <a:endParaRPr sz="2267" dirty="0">
                <a:solidFill>
                  <a:schemeClr val="accent2"/>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sp>
          <p:nvSpPr>
            <p:cNvPr id="5355" name="Google Shape;5355;p39"/>
            <p:cNvSpPr txBox="1"/>
            <p:nvPr/>
          </p:nvSpPr>
          <p:spPr>
            <a:xfrm>
              <a:off x="6564118" y="2028469"/>
              <a:ext cx="2268182" cy="832129"/>
            </a:xfrm>
            <a:prstGeom prst="rect">
              <a:avLst/>
            </a:prstGeom>
            <a:noFill/>
            <a:ln>
              <a:noFill/>
            </a:ln>
          </p:spPr>
          <p:txBody>
            <a:bodyPr spcFirstLastPara="1" wrap="square" lIns="121900" tIns="121900" rIns="121900" bIns="121900" anchor="ctr" anchorCtr="0">
              <a:noAutofit/>
            </a:bodyPr>
            <a:lstStyle/>
            <a:p>
              <a:pPr algn="just"/>
              <a:r>
                <a:rPr lang="ru-RU" sz="1600" dirty="0">
                  <a:latin typeface="Times New Roman" panose="02020603050405020304" pitchFamily="18" charset="0"/>
                  <a:ea typeface="Roboto"/>
                  <a:cs typeface="Times New Roman" panose="02020603050405020304" pitchFamily="18" charset="0"/>
                  <a:sym typeface="Roboto"/>
                </a:rPr>
                <a:t>Егер сіздің мониторыңыз ноутбуктердегідей тегіс болса, онда ол сұйық кристалды дисплей (</a:t>
              </a:r>
              <a:r>
                <a:rPr lang="en-US" sz="1600" dirty="0">
                  <a:latin typeface="Times New Roman" panose="02020603050405020304" pitchFamily="18" charset="0"/>
                  <a:ea typeface="Roboto"/>
                  <a:cs typeface="Times New Roman" panose="02020603050405020304" pitchFamily="18" charset="0"/>
                  <a:sym typeface="Roboto"/>
                </a:rPr>
                <a:t>LCD) </a:t>
              </a:r>
              <a:r>
                <a:rPr lang="ru-RU" sz="1600" dirty="0">
                  <a:latin typeface="Times New Roman" panose="02020603050405020304" pitchFamily="18" charset="0"/>
                  <a:ea typeface="Roboto"/>
                  <a:cs typeface="Times New Roman" panose="02020603050405020304" pitchFamily="18" charset="0"/>
                  <a:sym typeface="Roboto"/>
                </a:rPr>
                <a:t>технологиясын қолданады.</a:t>
              </a:r>
              <a:endParaRPr lang="en-US" sz="1600" dirty="0">
                <a:latin typeface="Times New Roman" panose="02020603050405020304" pitchFamily="18" charset="0"/>
                <a:ea typeface="Roboto"/>
                <a:cs typeface="Times New Roman" panose="02020603050405020304" pitchFamily="18" charset="0"/>
                <a:sym typeface="Roboto"/>
              </a:endParaRPr>
            </a:p>
          </p:txBody>
        </p:sp>
      </p:grpSp>
      <p:grpSp>
        <p:nvGrpSpPr>
          <p:cNvPr id="5356" name="Google Shape;5356;p39"/>
          <p:cNvGrpSpPr/>
          <p:nvPr/>
        </p:nvGrpSpPr>
        <p:grpSpPr>
          <a:xfrm>
            <a:off x="934870" y="1735226"/>
            <a:ext cx="2624172" cy="1702231"/>
            <a:chOff x="680066" y="1550126"/>
            <a:chExt cx="1968129" cy="1276673"/>
          </a:xfrm>
        </p:grpSpPr>
        <p:sp>
          <p:nvSpPr>
            <p:cNvPr id="5357" name="Google Shape;5357;p39"/>
            <p:cNvSpPr txBox="1"/>
            <p:nvPr/>
          </p:nvSpPr>
          <p:spPr>
            <a:xfrm>
              <a:off x="680066" y="2290711"/>
              <a:ext cx="1968129" cy="536088"/>
            </a:xfrm>
            <a:prstGeom prst="rect">
              <a:avLst/>
            </a:prstGeom>
            <a:noFill/>
            <a:ln>
              <a:noFill/>
            </a:ln>
          </p:spPr>
          <p:txBody>
            <a:bodyPr spcFirstLastPara="1" wrap="square" lIns="121900" tIns="121900" rIns="121900" bIns="121900" anchor="ctr" anchorCtr="0">
              <a:noAutofit/>
            </a:bodyPr>
            <a:lstStyle/>
            <a:p>
              <a:pPr algn="just"/>
              <a:r>
                <a:rPr lang="ru-RU" dirty="0">
                  <a:latin typeface="Times New Roman" panose="02020603050405020304" pitchFamily="18" charset="0"/>
                  <a:ea typeface="Roboto"/>
                  <a:cs typeface="Times New Roman" panose="02020603050405020304" pitchFamily="18" charset="0"/>
                  <a:sym typeface="Roboto"/>
                </a:rPr>
                <a:t>Егер сіздің мониторыңыз дәстүрлі теледидарға ұқсаса, онда катодты сәулелік түтік деп аталатын кинескоп құрылғысы бар</a:t>
              </a:r>
              <a:r>
                <a:rPr lang="en-US" dirty="0">
                  <a:latin typeface="Times New Roman" panose="02020603050405020304" pitchFamily="18" charset="0"/>
                  <a:ea typeface="Roboto"/>
                  <a:cs typeface="Times New Roman" panose="02020603050405020304" pitchFamily="18" charset="0"/>
                  <a:sym typeface="Roboto"/>
                </a:rPr>
                <a:t>(CRT).</a:t>
              </a:r>
            </a:p>
          </p:txBody>
        </p:sp>
        <p:sp>
          <p:nvSpPr>
            <p:cNvPr id="5358" name="Google Shape;5358;p39"/>
            <p:cNvSpPr txBox="1"/>
            <p:nvPr/>
          </p:nvSpPr>
          <p:spPr>
            <a:xfrm>
              <a:off x="708028" y="1550126"/>
              <a:ext cx="1884600" cy="429600"/>
            </a:xfrm>
            <a:prstGeom prst="rect">
              <a:avLst/>
            </a:prstGeom>
            <a:noFill/>
            <a:ln>
              <a:noFill/>
            </a:ln>
          </p:spPr>
          <p:txBody>
            <a:bodyPr spcFirstLastPara="1" wrap="square" lIns="121900" tIns="121900" rIns="121900" bIns="121900" anchor="ctr" anchorCtr="0">
              <a:noAutofit/>
            </a:bodyPr>
            <a:lstStyle/>
            <a:p>
              <a:r>
                <a:rPr lang="en" sz="2267"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rPr>
                <a:t>CRT</a:t>
              </a:r>
              <a:endParaRPr sz="2267" dirty="0">
                <a:solidFill>
                  <a:schemeClr val="accent6"/>
                </a:solidFill>
                <a:latin typeface="Times New Roman" panose="02020603050405020304" pitchFamily="18" charset="0"/>
                <a:ea typeface="Fira Sans Extra Condensed Medium"/>
                <a:cs typeface="Times New Roman" panose="02020603050405020304" pitchFamily="18" charset="0"/>
                <a:sym typeface="Fira Sans Extra Condensed Medium"/>
              </a:endParaRPr>
            </a:p>
          </p:txBody>
        </p:sp>
      </p:grpSp>
      <p:grpSp>
        <p:nvGrpSpPr>
          <p:cNvPr id="5365" name="Google Shape;5365;p39"/>
          <p:cNvGrpSpPr/>
          <p:nvPr/>
        </p:nvGrpSpPr>
        <p:grpSpPr>
          <a:xfrm>
            <a:off x="5794668" y="3064903"/>
            <a:ext cx="671201" cy="753028"/>
            <a:chOff x="4346000" y="2298677"/>
            <a:chExt cx="503401" cy="564771"/>
          </a:xfrm>
        </p:grpSpPr>
        <p:sp>
          <p:nvSpPr>
            <p:cNvPr id="5366" name="Google Shape;5366;p39"/>
            <p:cNvSpPr/>
            <p:nvPr/>
          </p:nvSpPr>
          <p:spPr>
            <a:xfrm>
              <a:off x="4346000" y="2661269"/>
              <a:ext cx="176725" cy="155552"/>
            </a:xfrm>
            <a:custGeom>
              <a:avLst/>
              <a:gdLst/>
              <a:ahLst/>
              <a:cxnLst/>
              <a:rect l="l" t="t" r="r" b="b"/>
              <a:pathLst>
                <a:path w="18121" h="15950" extrusionOk="0">
                  <a:moveTo>
                    <a:pt x="18121" y="1"/>
                  </a:moveTo>
                  <a:lnTo>
                    <a:pt x="8060" y="1216"/>
                  </a:lnTo>
                  <a:lnTo>
                    <a:pt x="1616" y="10852"/>
                  </a:lnTo>
                  <a:cubicBezTo>
                    <a:pt x="1" y="13362"/>
                    <a:pt x="2319" y="15950"/>
                    <a:pt x="4655" y="15950"/>
                  </a:cubicBezTo>
                  <a:cubicBezTo>
                    <a:pt x="5572" y="15950"/>
                    <a:pt x="6493" y="15550"/>
                    <a:pt x="7178" y="14590"/>
                  </a:cubicBezTo>
                  <a:lnTo>
                    <a:pt x="18121" y="1"/>
                  </a:ln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5367" name="Google Shape;5367;p39"/>
            <p:cNvSpPr/>
            <p:nvPr/>
          </p:nvSpPr>
          <p:spPr>
            <a:xfrm>
              <a:off x="4391993" y="2562892"/>
              <a:ext cx="231222" cy="189979"/>
            </a:xfrm>
            <a:custGeom>
              <a:avLst/>
              <a:gdLst/>
              <a:ahLst/>
              <a:cxnLst/>
              <a:rect l="l" t="t" r="r" b="b"/>
              <a:pathLst>
                <a:path w="23709" h="19480" extrusionOk="0">
                  <a:moveTo>
                    <a:pt x="11934" y="1"/>
                  </a:moveTo>
                  <a:cubicBezTo>
                    <a:pt x="7910" y="1"/>
                    <a:pt x="2288" y="9490"/>
                    <a:pt x="0" y="13036"/>
                  </a:cubicBezTo>
                  <a:lnTo>
                    <a:pt x="9788" y="19480"/>
                  </a:lnTo>
                  <a:cubicBezTo>
                    <a:pt x="11611" y="16501"/>
                    <a:pt x="23709" y="4464"/>
                    <a:pt x="12675" y="118"/>
                  </a:cubicBezTo>
                  <a:cubicBezTo>
                    <a:pt x="12435" y="38"/>
                    <a:pt x="12188" y="1"/>
                    <a:pt x="11934" y="1"/>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368" name="Google Shape;5368;p39"/>
            <p:cNvSpPr/>
            <p:nvPr/>
          </p:nvSpPr>
          <p:spPr>
            <a:xfrm>
              <a:off x="4673016" y="2562853"/>
              <a:ext cx="71447" cy="116211"/>
            </a:xfrm>
            <a:custGeom>
              <a:avLst/>
              <a:gdLst/>
              <a:ahLst/>
              <a:cxnLst/>
              <a:rect l="l" t="t" r="r" b="b"/>
              <a:pathLst>
                <a:path w="7326" h="11916" extrusionOk="0">
                  <a:moveTo>
                    <a:pt x="0" y="0"/>
                  </a:moveTo>
                  <a:lnTo>
                    <a:pt x="2493" y="11915"/>
                  </a:lnTo>
                  <a:lnTo>
                    <a:pt x="7326" y="10791"/>
                  </a:lnTo>
                  <a:cubicBezTo>
                    <a:pt x="7022" y="487"/>
                    <a:pt x="1" y="0"/>
                    <a:pt x="0" y="0"/>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369" name="Google Shape;5369;p39"/>
            <p:cNvSpPr/>
            <p:nvPr/>
          </p:nvSpPr>
          <p:spPr>
            <a:xfrm>
              <a:off x="4473213" y="2552124"/>
              <a:ext cx="273918" cy="273372"/>
            </a:xfrm>
            <a:custGeom>
              <a:avLst/>
              <a:gdLst/>
              <a:ahLst/>
              <a:cxnLst/>
              <a:rect l="l" t="t" r="r" b="b"/>
              <a:pathLst>
                <a:path w="28087" h="28031" extrusionOk="0">
                  <a:moveTo>
                    <a:pt x="12826" y="1"/>
                  </a:moveTo>
                  <a:cubicBezTo>
                    <a:pt x="10104" y="1"/>
                    <a:pt x="7132" y="365"/>
                    <a:pt x="3344" y="1070"/>
                  </a:cubicBezTo>
                  <a:cubicBezTo>
                    <a:pt x="882" y="1222"/>
                    <a:pt x="700" y="6085"/>
                    <a:pt x="1" y="7726"/>
                  </a:cubicBezTo>
                  <a:lnTo>
                    <a:pt x="5259" y="28031"/>
                  </a:lnTo>
                  <a:lnTo>
                    <a:pt x="20883" y="28031"/>
                  </a:lnTo>
                  <a:cubicBezTo>
                    <a:pt x="22433" y="21192"/>
                    <a:pt x="28086" y="3198"/>
                    <a:pt x="21399" y="1283"/>
                  </a:cubicBezTo>
                  <a:cubicBezTo>
                    <a:pt x="18366" y="418"/>
                    <a:pt x="15740" y="1"/>
                    <a:pt x="12826" y="1"/>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370" name="Google Shape;5370;p39"/>
            <p:cNvSpPr/>
            <p:nvPr/>
          </p:nvSpPr>
          <p:spPr>
            <a:xfrm>
              <a:off x="4483590" y="2664116"/>
              <a:ext cx="20168" cy="78683"/>
            </a:xfrm>
            <a:custGeom>
              <a:avLst/>
              <a:gdLst/>
              <a:ahLst/>
              <a:cxnLst/>
              <a:rect l="l" t="t" r="r" b="b"/>
              <a:pathLst>
                <a:path w="2068" h="8068" extrusionOk="0">
                  <a:moveTo>
                    <a:pt x="121" y="1"/>
                  </a:moveTo>
                  <a:cubicBezTo>
                    <a:pt x="110" y="1"/>
                    <a:pt x="100" y="4"/>
                    <a:pt x="92" y="13"/>
                  </a:cubicBezTo>
                  <a:cubicBezTo>
                    <a:pt x="31" y="13"/>
                    <a:pt x="1" y="73"/>
                    <a:pt x="1" y="104"/>
                  </a:cubicBezTo>
                  <a:lnTo>
                    <a:pt x="1885" y="8007"/>
                  </a:lnTo>
                  <a:cubicBezTo>
                    <a:pt x="1885" y="8037"/>
                    <a:pt x="1915" y="8067"/>
                    <a:pt x="1976" y="8067"/>
                  </a:cubicBezTo>
                  <a:cubicBezTo>
                    <a:pt x="2037" y="8067"/>
                    <a:pt x="2067" y="8007"/>
                    <a:pt x="2037" y="7976"/>
                  </a:cubicBezTo>
                  <a:lnTo>
                    <a:pt x="183" y="73"/>
                  </a:lnTo>
                  <a:cubicBezTo>
                    <a:pt x="183" y="29"/>
                    <a:pt x="150" y="1"/>
                    <a:pt x="121"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71" name="Google Shape;5371;p39"/>
            <p:cNvSpPr/>
            <p:nvPr/>
          </p:nvSpPr>
          <p:spPr>
            <a:xfrm>
              <a:off x="4698217" y="2637852"/>
              <a:ext cx="12756" cy="78566"/>
            </a:xfrm>
            <a:custGeom>
              <a:avLst/>
              <a:gdLst/>
              <a:ahLst/>
              <a:cxnLst/>
              <a:rect l="l" t="t" r="r" b="b"/>
              <a:pathLst>
                <a:path w="1308" h="8056" extrusionOk="0">
                  <a:moveTo>
                    <a:pt x="1246" y="0"/>
                  </a:moveTo>
                  <a:cubicBezTo>
                    <a:pt x="1185" y="0"/>
                    <a:pt x="1155" y="31"/>
                    <a:pt x="1155" y="61"/>
                  </a:cubicBezTo>
                  <a:lnTo>
                    <a:pt x="30" y="7964"/>
                  </a:lnTo>
                  <a:cubicBezTo>
                    <a:pt x="0" y="8025"/>
                    <a:pt x="30" y="8055"/>
                    <a:pt x="91" y="8055"/>
                  </a:cubicBezTo>
                  <a:cubicBezTo>
                    <a:pt x="152" y="8055"/>
                    <a:pt x="182" y="8025"/>
                    <a:pt x="182" y="7994"/>
                  </a:cubicBezTo>
                  <a:lnTo>
                    <a:pt x="1307" y="91"/>
                  </a:lnTo>
                  <a:cubicBezTo>
                    <a:pt x="1307" y="61"/>
                    <a:pt x="1277" y="0"/>
                    <a:pt x="1246"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72" name="Google Shape;5372;p39"/>
            <p:cNvSpPr/>
            <p:nvPr/>
          </p:nvSpPr>
          <p:spPr>
            <a:xfrm>
              <a:off x="4542584" y="2538841"/>
              <a:ext cx="75894" cy="71447"/>
            </a:xfrm>
            <a:custGeom>
              <a:avLst/>
              <a:gdLst/>
              <a:ahLst/>
              <a:cxnLst/>
              <a:rect l="l" t="t" r="r" b="b"/>
              <a:pathLst>
                <a:path w="7782" h="7326" extrusionOk="0">
                  <a:moveTo>
                    <a:pt x="2341" y="0"/>
                  </a:moveTo>
                  <a:cubicBezTo>
                    <a:pt x="2006" y="0"/>
                    <a:pt x="1702" y="122"/>
                    <a:pt x="1459" y="365"/>
                  </a:cubicBezTo>
                  <a:lnTo>
                    <a:pt x="0" y="1824"/>
                  </a:lnTo>
                  <a:lnTo>
                    <a:pt x="3344" y="6839"/>
                  </a:lnTo>
                  <a:cubicBezTo>
                    <a:pt x="3558" y="7161"/>
                    <a:pt x="3899" y="7325"/>
                    <a:pt x="4243" y="7325"/>
                  </a:cubicBezTo>
                  <a:cubicBezTo>
                    <a:pt x="4483" y="7325"/>
                    <a:pt x="4724" y="7245"/>
                    <a:pt x="4924" y="7082"/>
                  </a:cubicBezTo>
                  <a:lnTo>
                    <a:pt x="7782" y="4681"/>
                  </a:lnTo>
                  <a:lnTo>
                    <a:pt x="2888" y="1672"/>
                  </a:lnTo>
                  <a:lnTo>
                    <a:pt x="3161" y="0"/>
                  </a:ln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373" name="Google Shape;5373;p39"/>
            <p:cNvSpPr/>
            <p:nvPr/>
          </p:nvSpPr>
          <p:spPr>
            <a:xfrm>
              <a:off x="4618469" y="2538841"/>
              <a:ext cx="40327" cy="67595"/>
            </a:xfrm>
            <a:custGeom>
              <a:avLst/>
              <a:gdLst/>
              <a:ahLst/>
              <a:cxnLst/>
              <a:rect l="l" t="t" r="r" b="b"/>
              <a:pathLst>
                <a:path w="4135" h="6931" extrusionOk="0">
                  <a:moveTo>
                    <a:pt x="1460" y="0"/>
                  </a:moveTo>
                  <a:lnTo>
                    <a:pt x="1551" y="2067"/>
                  </a:lnTo>
                  <a:lnTo>
                    <a:pt x="1" y="4681"/>
                  </a:lnTo>
                  <a:lnTo>
                    <a:pt x="2767" y="6809"/>
                  </a:lnTo>
                  <a:cubicBezTo>
                    <a:pt x="2878" y="6892"/>
                    <a:pt x="3003" y="6930"/>
                    <a:pt x="3124" y="6930"/>
                  </a:cubicBezTo>
                  <a:cubicBezTo>
                    <a:pt x="3401" y="6930"/>
                    <a:pt x="3657" y="6731"/>
                    <a:pt x="3678" y="6414"/>
                  </a:cubicBezTo>
                  <a:lnTo>
                    <a:pt x="4134" y="2067"/>
                  </a:lnTo>
                  <a:lnTo>
                    <a:pt x="3101" y="547"/>
                  </a:lnTo>
                  <a:cubicBezTo>
                    <a:pt x="2888" y="213"/>
                    <a:pt x="2493" y="0"/>
                    <a:pt x="2067" y="0"/>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374" name="Google Shape;5374;p39"/>
            <p:cNvSpPr/>
            <p:nvPr/>
          </p:nvSpPr>
          <p:spPr>
            <a:xfrm>
              <a:off x="4613729" y="2600177"/>
              <a:ext cx="9489" cy="9226"/>
            </a:xfrm>
            <a:custGeom>
              <a:avLst/>
              <a:gdLst/>
              <a:ahLst/>
              <a:cxnLst/>
              <a:rect l="l" t="t" r="r" b="b"/>
              <a:pathLst>
                <a:path w="973" h="946" extrusionOk="0">
                  <a:moveTo>
                    <a:pt x="533" y="0"/>
                  </a:moveTo>
                  <a:cubicBezTo>
                    <a:pt x="518" y="0"/>
                    <a:pt x="502" y="1"/>
                    <a:pt x="487" y="3"/>
                  </a:cubicBezTo>
                  <a:cubicBezTo>
                    <a:pt x="213" y="3"/>
                    <a:pt x="0" y="216"/>
                    <a:pt x="0" y="459"/>
                  </a:cubicBezTo>
                  <a:cubicBezTo>
                    <a:pt x="0" y="733"/>
                    <a:pt x="213" y="945"/>
                    <a:pt x="487" y="945"/>
                  </a:cubicBezTo>
                  <a:cubicBezTo>
                    <a:pt x="760" y="945"/>
                    <a:pt x="973" y="733"/>
                    <a:pt x="973" y="459"/>
                  </a:cubicBezTo>
                  <a:cubicBezTo>
                    <a:pt x="973" y="230"/>
                    <a:pt x="784" y="0"/>
                    <a:pt x="533" y="0"/>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375" name="Google Shape;5375;p39"/>
            <p:cNvSpPr/>
            <p:nvPr/>
          </p:nvSpPr>
          <p:spPr>
            <a:xfrm>
              <a:off x="4614910" y="2618873"/>
              <a:ext cx="9206" cy="9499"/>
            </a:xfrm>
            <a:custGeom>
              <a:avLst/>
              <a:gdLst/>
              <a:ahLst/>
              <a:cxnLst/>
              <a:rect l="l" t="t" r="r" b="b"/>
              <a:pathLst>
                <a:path w="944" h="974" extrusionOk="0">
                  <a:moveTo>
                    <a:pt x="457" y="1"/>
                  </a:moveTo>
                  <a:cubicBezTo>
                    <a:pt x="214" y="1"/>
                    <a:pt x="1" y="214"/>
                    <a:pt x="1" y="487"/>
                  </a:cubicBezTo>
                  <a:cubicBezTo>
                    <a:pt x="1" y="761"/>
                    <a:pt x="214" y="974"/>
                    <a:pt x="457" y="974"/>
                  </a:cubicBezTo>
                  <a:cubicBezTo>
                    <a:pt x="730" y="974"/>
                    <a:pt x="943" y="761"/>
                    <a:pt x="943" y="487"/>
                  </a:cubicBezTo>
                  <a:cubicBezTo>
                    <a:pt x="943" y="214"/>
                    <a:pt x="730" y="1"/>
                    <a:pt x="457" y="1"/>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376" name="Google Shape;5376;p39"/>
            <p:cNvSpPr/>
            <p:nvPr/>
          </p:nvSpPr>
          <p:spPr>
            <a:xfrm>
              <a:off x="4576972" y="2685660"/>
              <a:ext cx="96052" cy="66034"/>
            </a:xfrm>
            <a:custGeom>
              <a:avLst/>
              <a:gdLst/>
              <a:ahLst/>
              <a:cxnLst/>
              <a:rect l="l" t="t" r="r" b="b"/>
              <a:pathLst>
                <a:path w="9849" h="6771" extrusionOk="0">
                  <a:moveTo>
                    <a:pt x="5632" y="0"/>
                  </a:moveTo>
                  <a:cubicBezTo>
                    <a:pt x="1612" y="0"/>
                    <a:pt x="0" y="2880"/>
                    <a:pt x="0" y="2880"/>
                  </a:cubicBezTo>
                  <a:lnTo>
                    <a:pt x="851" y="6557"/>
                  </a:lnTo>
                  <a:lnTo>
                    <a:pt x="7082" y="6770"/>
                  </a:lnTo>
                  <a:lnTo>
                    <a:pt x="9848" y="904"/>
                  </a:lnTo>
                  <a:cubicBezTo>
                    <a:pt x="8219" y="252"/>
                    <a:pt x="6820" y="0"/>
                    <a:pt x="5632" y="0"/>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5377" name="Google Shape;5377;p39"/>
            <p:cNvSpPr/>
            <p:nvPr/>
          </p:nvSpPr>
          <p:spPr>
            <a:xfrm>
              <a:off x="4389624" y="2713739"/>
              <a:ext cx="195655" cy="101689"/>
            </a:xfrm>
            <a:custGeom>
              <a:avLst/>
              <a:gdLst/>
              <a:ahLst/>
              <a:cxnLst/>
              <a:rect l="l" t="t" r="r" b="b"/>
              <a:pathLst>
                <a:path w="20062" h="10427" extrusionOk="0">
                  <a:moveTo>
                    <a:pt x="19210" y="1"/>
                  </a:moveTo>
                  <a:lnTo>
                    <a:pt x="0" y="3283"/>
                  </a:lnTo>
                  <a:lnTo>
                    <a:pt x="1125" y="10426"/>
                  </a:lnTo>
                  <a:lnTo>
                    <a:pt x="20061" y="3678"/>
                  </a:lnTo>
                  <a:lnTo>
                    <a:pt x="19210" y="1"/>
                  </a:ln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5378" name="Google Shape;5378;p39"/>
            <p:cNvSpPr/>
            <p:nvPr/>
          </p:nvSpPr>
          <p:spPr>
            <a:xfrm>
              <a:off x="4410367" y="2733303"/>
              <a:ext cx="47446" cy="9499"/>
            </a:xfrm>
            <a:custGeom>
              <a:avLst/>
              <a:gdLst/>
              <a:ahLst/>
              <a:cxnLst/>
              <a:rect l="l" t="t" r="r" b="b"/>
              <a:pathLst>
                <a:path w="4865" h="974" extrusionOk="0">
                  <a:moveTo>
                    <a:pt x="4773" y="1"/>
                  </a:moveTo>
                  <a:lnTo>
                    <a:pt x="92" y="821"/>
                  </a:lnTo>
                  <a:cubicBezTo>
                    <a:pt x="31" y="821"/>
                    <a:pt x="1" y="852"/>
                    <a:pt x="1" y="913"/>
                  </a:cubicBezTo>
                  <a:cubicBezTo>
                    <a:pt x="31" y="943"/>
                    <a:pt x="62" y="973"/>
                    <a:pt x="92" y="973"/>
                  </a:cubicBezTo>
                  <a:lnTo>
                    <a:pt x="122" y="973"/>
                  </a:lnTo>
                  <a:lnTo>
                    <a:pt x="4803" y="183"/>
                  </a:lnTo>
                  <a:cubicBezTo>
                    <a:pt x="4834" y="153"/>
                    <a:pt x="4864" y="122"/>
                    <a:pt x="4864" y="61"/>
                  </a:cubicBezTo>
                  <a:cubicBezTo>
                    <a:pt x="4864" y="31"/>
                    <a:pt x="4803" y="1"/>
                    <a:pt x="4773"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79" name="Google Shape;5379;p39"/>
            <p:cNvSpPr/>
            <p:nvPr/>
          </p:nvSpPr>
          <p:spPr>
            <a:xfrm>
              <a:off x="4577557" y="2656460"/>
              <a:ext cx="271841" cy="206987"/>
            </a:xfrm>
            <a:custGeom>
              <a:avLst/>
              <a:gdLst/>
              <a:ahLst/>
              <a:cxnLst/>
              <a:rect l="l" t="t" r="r" b="b"/>
              <a:pathLst>
                <a:path w="27874" h="21224" extrusionOk="0">
                  <a:moveTo>
                    <a:pt x="21239" y="1"/>
                  </a:moveTo>
                  <a:cubicBezTo>
                    <a:pt x="15026" y="1"/>
                    <a:pt x="7904" y="1193"/>
                    <a:pt x="7904" y="1193"/>
                  </a:cubicBezTo>
                  <a:lnTo>
                    <a:pt x="1" y="19764"/>
                  </a:lnTo>
                  <a:lnTo>
                    <a:pt x="1278" y="21223"/>
                  </a:lnTo>
                  <a:lnTo>
                    <a:pt x="27874" y="767"/>
                  </a:lnTo>
                  <a:cubicBezTo>
                    <a:pt x="26185" y="201"/>
                    <a:pt x="23789" y="1"/>
                    <a:pt x="21239" y="1"/>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380" name="Google Shape;5380;p39"/>
            <p:cNvSpPr/>
            <p:nvPr/>
          </p:nvSpPr>
          <p:spPr>
            <a:xfrm>
              <a:off x="4729932" y="2663941"/>
              <a:ext cx="119468" cy="179943"/>
            </a:xfrm>
            <a:custGeom>
              <a:avLst/>
              <a:gdLst/>
              <a:ahLst/>
              <a:cxnLst/>
              <a:rect l="l" t="t" r="r" b="b"/>
              <a:pathLst>
                <a:path w="12250" h="18451" extrusionOk="0">
                  <a:moveTo>
                    <a:pt x="12250" y="0"/>
                  </a:moveTo>
                  <a:lnTo>
                    <a:pt x="9180" y="426"/>
                  </a:lnTo>
                  <a:lnTo>
                    <a:pt x="0" y="18450"/>
                  </a:lnTo>
                  <a:cubicBezTo>
                    <a:pt x="0" y="18450"/>
                    <a:pt x="7" y="18450"/>
                    <a:pt x="20" y="18450"/>
                  </a:cubicBezTo>
                  <a:cubicBezTo>
                    <a:pt x="261" y="18450"/>
                    <a:pt x="2706" y="18396"/>
                    <a:pt x="3861" y="16201"/>
                  </a:cubicBezTo>
                  <a:lnTo>
                    <a:pt x="12250" y="0"/>
                  </a:ln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81" name="Google Shape;5381;p39"/>
            <p:cNvSpPr/>
            <p:nvPr/>
          </p:nvSpPr>
          <p:spPr>
            <a:xfrm>
              <a:off x="4590011" y="2668086"/>
              <a:ext cx="229447" cy="195362"/>
            </a:xfrm>
            <a:custGeom>
              <a:avLst/>
              <a:gdLst/>
              <a:ahLst/>
              <a:cxnLst/>
              <a:rect l="l" t="t" r="r" b="b"/>
              <a:pathLst>
                <a:path w="23527" h="20032" extrusionOk="0">
                  <a:moveTo>
                    <a:pt x="23527" y="1"/>
                  </a:moveTo>
                  <a:lnTo>
                    <a:pt x="7721" y="1399"/>
                  </a:lnTo>
                  <a:lnTo>
                    <a:pt x="1" y="20031"/>
                  </a:lnTo>
                  <a:lnTo>
                    <a:pt x="1" y="20031"/>
                  </a:lnTo>
                  <a:lnTo>
                    <a:pt x="14347" y="18025"/>
                  </a:lnTo>
                  <a:lnTo>
                    <a:pt x="23527" y="1"/>
                  </a:ln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82" name="Google Shape;5382;p39"/>
            <p:cNvSpPr/>
            <p:nvPr/>
          </p:nvSpPr>
          <p:spPr>
            <a:xfrm>
              <a:off x="4673016" y="2710774"/>
              <a:ext cx="94570" cy="28175"/>
            </a:xfrm>
            <a:custGeom>
              <a:avLst/>
              <a:gdLst/>
              <a:ahLst/>
              <a:cxnLst/>
              <a:rect l="l" t="t" r="r" b="b"/>
              <a:pathLst>
                <a:path w="9697" h="2889" extrusionOk="0">
                  <a:moveTo>
                    <a:pt x="9697" y="1"/>
                  </a:moveTo>
                  <a:lnTo>
                    <a:pt x="882" y="791"/>
                  </a:lnTo>
                  <a:lnTo>
                    <a:pt x="0" y="2888"/>
                  </a:lnTo>
                  <a:lnTo>
                    <a:pt x="8602" y="2098"/>
                  </a:lnTo>
                  <a:lnTo>
                    <a:pt x="9697" y="1"/>
                  </a:ln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383" name="Google Shape;5383;p39"/>
            <p:cNvSpPr/>
            <p:nvPr/>
          </p:nvSpPr>
          <p:spPr>
            <a:xfrm>
              <a:off x="4779144" y="2580632"/>
              <a:ext cx="70257" cy="83316"/>
            </a:xfrm>
            <a:custGeom>
              <a:avLst/>
              <a:gdLst/>
              <a:ahLst/>
              <a:cxnLst/>
              <a:rect l="l" t="t" r="r" b="b"/>
              <a:pathLst>
                <a:path w="7204" h="8543" extrusionOk="0">
                  <a:moveTo>
                    <a:pt x="3526" y="1"/>
                  </a:moveTo>
                  <a:lnTo>
                    <a:pt x="0" y="8117"/>
                  </a:lnTo>
                  <a:lnTo>
                    <a:pt x="7204" y="8542"/>
                  </a:lnTo>
                  <a:lnTo>
                    <a:pt x="5350" y="1"/>
                  </a:ln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384" name="Google Shape;5384;p39"/>
            <p:cNvSpPr/>
            <p:nvPr/>
          </p:nvSpPr>
          <p:spPr>
            <a:xfrm>
              <a:off x="4747419" y="2695716"/>
              <a:ext cx="92200" cy="93956"/>
            </a:xfrm>
            <a:custGeom>
              <a:avLst/>
              <a:gdLst/>
              <a:ahLst/>
              <a:cxnLst/>
              <a:rect l="l" t="t" r="r" b="b"/>
              <a:pathLst>
                <a:path w="9454" h="9634" extrusionOk="0">
                  <a:moveTo>
                    <a:pt x="3002" y="1"/>
                  </a:moveTo>
                  <a:cubicBezTo>
                    <a:pt x="2880" y="1"/>
                    <a:pt x="2759" y="46"/>
                    <a:pt x="2676" y="146"/>
                  </a:cubicBezTo>
                  <a:cubicBezTo>
                    <a:pt x="2493" y="329"/>
                    <a:pt x="2493" y="633"/>
                    <a:pt x="2676" y="815"/>
                  </a:cubicBezTo>
                  <a:lnTo>
                    <a:pt x="5320" y="3368"/>
                  </a:lnTo>
                  <a:lnTo>
                    <a:pt x="1308" y="724"/>
                  </a:lnTo>
                  <a:cubicBezTo>
                    <a:pt x="1203" y="650"/>
                    <a:pt x="1087" y="617"/>
                    <a:pt x="973" y="617"/>
                  </a:cubicBezTo>
                  <a:cubicBezTo>
                    <a:pt x="756" y="617"/>
                    <a:pt x="546" y="738"/>
                    <a:pt x="426" y="937"/>
                  </a:cubicBezTo>
                  <a:cubicBezTo>
                    <a:pt x="244" y="1210"/>
                    <a:pt x="305" y="1575"/>
                    <a:pt x="578" y="1757"/>
                  </a:cubicBezTo>
                  <a:lnTo>
                    <a:pt x="4286" y="4675"/>
                  </a:lnTo>
                  <a:lnTo>
                    <a:pt x="943" y="2943"/>
                  </a:lnTo>
                  <a:cubicBezTo>
                    <a:pt x="862" y="2898"/>
                    <a:pt x="778" y="2877"/>
                    <a:pt x="696" y="2877"/>
                  </a:cubicBezTo>
                  <a:cubicBezTo>
                    <a:pt x="502" y="2877"/>
                    <a:pt x="320" y="2994"/>
                    <a:pt x="213" y="3186"/>
                  </a:cubicBezTo>
                  <a:cubicBezTo>
                    <a:pt x="92" y="3399"/>
                    <a:pt x="183" y="3703"/>
                    <a:pt x="396" y="3855"/>
                  </a:cubicBezTo>
                  <a:lnTo>
                    <a:pt x="3770" y="6317"/>
                  </a:lnTo>
                  <a:lnTo>
                    <a:pt x="882" y="4949"/>
                  </a:lnTo>
                  <a:cubicBezTo>
                    <a:pt x="801" y="4904"/>
                    <a:pt x="714" y="4883"/>
                    <a:pt x="628" y="4883"/>
                  </a:cubicBezTo>
                  <a:cubicBezTo>
                    <a:pt x="426" y="4883"/>
                    <a:pt x="229" y="5000"/>
                    <a:pt x="122" y="5192"/>
                  </a:cubicBezTo>
                  <a:cubicBezTo>
                    <a:pt x="1" y="5435"/>
                    <a:pt x="61" y="5739"/>
                    <a:pt x="305" y="5922"/>
                  </a:cubicBezTo>
                  <a:lnTo>
                    <a:pt x="4195" y="8779"/>
                  </a:lnTo>
                  <a:lnTo>
                    <a:pt x="3800" y="9599"/>
                  </a:lnTo>
                  <a:cubicBezTo>
                    <a:pt x="3800" y="9599"/>
                    <a:pt x="3947" y="9633"/>
                    <a:pt x="4196" y="9633"/>
                  </a:cubicBezTo>
                  <a:cubicBezTo>
                    <a:pt x="4888" y="9633"/>
                    <a:pt x="6372" y="9370"/>
                    <a:pt x="7691" y="7381"/>
                  </a:cubicBezTo>
                  <a:cubicBezTo>
                    <a:pt x="9454" y="4675"/>
                    <a:pt x="7752" y="3216"/>
                    <a:pt x="7752" y="3216"/>
                  </a:cubicBezTo>
                  <a:lnTo>
                    <a:pt x="3283" y="86"/>
                  </a:lnTo>
                  <a:cubicBezTo>
                    <a:pt x="3201" y="31"/>
                    <a:pt x="3101" y="1"/>
                    <a:pt x="3002"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5385" name="Google Shape;5385;p39"/>
            <p:cNvSpPr/>
            <p:nvPr/>
          </p:nvSpPr>
          <p:spPr>
            <a:xfrm>
              <a:off x="4651141" y="2408016"/>
              <a:ext cx="49455" cy="44696"/>
            </a:xfrm>
            <a:custGeom>
              <a:avLst/>
              <a:gdLst/>
              <a:ahLst/>
              <a:cxnLst/>
              <a:rect l="l" t="t" r="r" b="b"/>
              <a:pathLst>
                <a:path w="5071" h="4583" extrusionOk="0">
                  <a:moveTo>
                    <a:pt x="2435" y="0"/>
                  </a:moveTo>
                  <a:cubicBezTo>
                    <a:pt x="1639" y="0"/>
                    <a:pt x="1074" y="755"/>
                    <a:pt x="663" y="1530"/>
                  </a:cubicBezTo>
                  <a:cubicBezTo>
                    <a:pt x="328" y="2229"/>
                    <a:pt x="116" y="2989"/>
                    <a:pt x="55" y="3779"/>
                  </a:cubicBezTo>
                  <a:cubicBezTo>
                    <a:pt x="0" y="4218"/>
                    <a:pt x="465" y="4582"/>
                    <a:pt x="981" y="4582"/>
                  </a:cubicBezTo>
                  <a:cubicBezTo>
                    <a:pt x="1036" y="4582"/>
                    <a:pt x="1093" y="4578"/>
                    <a:pt x="1149" y="4569"/>
                  </a:cubicBezTo>
                  <a:cubicBezTo>
                    <a:pt x="3155" y="4296"/>
                    <a:pt x="5070" y="1074"/>
                    <a:pt x="3094" y="162"/>
                  </a:cubicBezTo>
                  <a:cubicBezTo>
                    <a:pt x="2859" y="50"/>
                    <a:pt x="2639" y="0"/>
                    <a:pt x="2435" y="0"/>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5386" name="Google Shape;5386;p39"/>
            <p:cNvSpPr/>
            <p:nvPr/>
          </p:nvSpPr>
          <p:spPr>
            <a:xfrm>
              <a:off x="4672128" y="2442083"/>
              <a:ext cx="11566" cy="10728"/>
            </a:xfrm>
            <a:custGeom>
              <a:avLst/>
              <a:gdLst/>
              <a:ahLst/>
              <a:cxnLst/>
              <a:rect l="l" t="t" r="r" b="b"/>
              <a:pathLst>
                <a:path w="1186" h="1100" extrusionOk="0">
                  <a:moveTo>
                    <a:pt x="573" y="1"/>
                  </a:moveTo>
                  <a:cubicBezTo>
                    <a:pt x="535" y="1"/>
                    <a:pt x="495" y="4"/>
                    <a:pt x="456" y="12"/>
                  </a:cubicBezTo>
                  <a:cubicBezTo>
                    <a:pt x="183" y="103"/>
                    <a:pt x="0" y="377"/>
                    <a:pt x="61" y="681"/>
                  </a:cubicBezTo>
                  <a:cubicBezTo>
                    <a:pt x="111" y="932"/>
                    <a:pt x="327" y="1100"/>
                    <a:pt x="571" y="1100"/>
                  </a:cubicBezTo>
                  <a:cubicBezTo>
                    <a:pt x="623" y="1100"/>
                    <a:pt x="676" y="1092"/>
                    <a:pt x="730" y="1076"/>
                  </a:cubicBezTo>
                  <a:cubicBezTo>
                    <a:pt x="1003" y="1015"/>
                    <a:pt x="1186" y="711"/>
                    <a:pt x="1125" y="438"/>
                  </a:cubicBezTo>
                  <a:cubicBezTo>
                    <a:pt x="1072" y="173"/>
                    <a:pt x="835" y="1"/>
                    <a:pt x="573" y="1"/>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387" name="Google Shape;5387;p39"/>
            <p:cNvSpPr/>
            <p:nvPr/>
          </p:nvSpPr>
          <p:spPr>
            <a:xfrm>
              <a:off x="4479738" y="2411147"/>
              <a:ext cx="107317" cy="97759"/>
            </a:xfrm>
            <a:custGeom>
              <a:avLst/>
              <a:gdLst/>
              <a:ahLst/>
              <a:cxnLst/>
              <a:rect l="l" t="t" r="r" b="b"/>
              <a:pathLst>
                <a:path w="11004" h="10024" extrusionOk="0">
                  <a:moveTo>
                    <a:pt x="5498" y="0"/>
                  </a:moveTo>
                  <a:cubicBezTo>
                    <a:pt x="4218" y="0"/>
                    <a:pt x="2934" y="494"/>
                    <a:pt x="1946" y="1482"/>
                  </a:cubicBezTo>
                  <a:cubicBezTo>
                    <a:pt x="0" y="3427"/>
                    <a:pt x="0" y="6589"/>
                    <a:pt x="1946" y="8564"/>
                  </a:cubicBezTo>
                  <a:cubicBezTo>
                    <a:pt x="2934" y="9537"/>
                    <a:pt x="4218" y="10023"/>
                    <a:pt x="5498" y="10023"/>
                  </a:cubicBezTo>
                  <a:cubicBezTo>
                    <a:pt x="6779" y="10023"/>
                    <a:pt x="8055" y="9537"/>
                    <a:pt x="9028" y="8564"/>
                  </a:cubicBezTo>
                  <a:cubicBezTo>
                    <a:pt x="11004" y="6589"/>
                    <a:pt x="11004" y="3427"/>
                    <a:pt x="9028" y="1482"/>
                  </a:cubicBezTo>
                  <a:cubicBezTo>
                    <a:pt x="8055" y="494"/>
                    <a:pt x="6779" y="0"/>
                    <a:pt x="5498"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88" name="Google Shape;5388;p39"/>
            <p:cNvSpPr/>
            <p:nvPr/>
          </p:nvSpPr>
          <p:spPr>
            <a:xfrm>
              <a:off x="4500784" y="2332071"/>
              <a:ext cx="44774" cy="90571"/>
            </a:xfrm>
            <a:custGeom>
              <a:avLst/>
              <a:gdLst/>
              <a:ahLst/>
              <a:cxnLst/>
              <a:rect l="l" t="t" r="r" b="b"/>
              <a:pathLst>
                <a:path w="4591" h="9287" extrusionOk="0">
                  <a:moveTo>
                    <a:pt x="3920" y="0"/>
                  </a:moveTo>
                  <a:cubicBezTo>
                    <a:pt x="3341" y="0"/>
                    <a:pt x="2456" y="270"/>
                    <a:pt x="1551" y="1566"/>
                  </a:cubicBezTo>
                  <a:cubicBezTo>
                    <a:pt x="0" y="3785"/>
                    <a:pt x="244" y="8465"/>
                    <a:pt x="3405" y="9286"/>
                  </a:cubicBezTo>
                  <a:lnTo>
                    <a:pt x="4590" y="137"/>
                  </a:lnTo>
                  <a:cubicBezTo>
                    <a:pt x="4590" y="137"/>
                    <a:pt x="4332" y="0"/>
                    <a:pt x="3920"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89" name="Google Shape;5389;p39"/>
            <p:cNvSpPr/>
            <p:nvPr/>
          </p:nvSpPr>
          <p:spPr>
            <a:xfrm>
              <a:off x="4545549" y="2298677"/>
              <a:ext cx="177866" cy="97574"/>
            </a:xfrm>
            <a:custGeom>
              <a:avLst/>
              <a:gdLst/>
              <a:ahLst/>
              <a:cxnLst/>
              <a:rect l="l" t="t" r="r" b="b"/>
              <a:pathLst>
                <a:path w="18238" h="10005" extrusionOk="0">
                  <a:moveTo>
                    <a:pt x="5645" y="1"/>
                  </a:moveTo>
                  <a:cubicBezTo>
                    <a:pt x="672" y="1"/>
                    <a:pt x="0" y="3561"/>
                    <a:pt x="0" y="3561"/>
                  </a:cubicBezTo>
                  <a:lnTo>
                    <a:pt x="13678" y="10005"/>
                  </a:lnTo>
                  <a:cubicBezTo>
                    <a:pt x="18238" y="3804"/>
                    <a:pt x="13921" y="1008"/>
                    <a:pt x="7356" y="126"/>
                  </a:cubicBezTo>
                  <a:cubicBezTo>
                    <a:pt x="6736" y="40"/>
                    <a:pt x="6167" y="1"/>
                    <a:pt x="5645"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90" name="Google Shape;5390;p39"/>
            <p:cNvSpPr/>
            <p:nvPr/>
          </p:nvSpPr>
          <p:spPr>
            <a:xfrm>
              <a:off x="4521830" y="2311161"/>
              <a:ext cx="156820" cy="148833"/>
            </a:xfrm>
            <a:custGeom>
              <a:avLst/>
              <a:gdLst/>
              <a:ahLst/>
              <a:cxnLst/>
              <a:rect l="l" t="t" r="r" b="b"/>
              <a:pathLst>
                <a:path w="16080" h="15261" extrusionOk="0">
                  <a:moveTo>
                    <a:pt x="8297" y="1"/>
                  </a:moveTo>
                  <a:cubicBezTo>
                    <a:pt x="8257" y="1"/>
                    <a:pt x="8217" y="1"/>
                    <a:pt x="8177" y="1"/>
                  </a:cubicBezTo>
                  <a:cubicBezTo>
                    <a:pt x="3618" y="62"/>
                    <a:pt x="1" y="3527"/>
                    <a:pt x="61" y="7752"/>
                  </a:cubicBezTo>
                  <a:cubicBezTo>
                    <a:pt x="122" y="11939"/>
                    <a:pt x="3764" y="15261"/>
                    <a:pt x="8267" y="15261"/>
                  </a:cubicBezTo>
                  <a:cubicBezTo>
                    <a:pt x="8308" y="15261"/>
                    <a:pt x="8349" y="15261"/>
                    <a:pt x="8390" y="15260"/>
                  </a:cubicBezTo>
                  <a:cubicBezTo>
                    <a:pt x="12919" y="15199"/>
                    <a:pt x="16080" y="11764"/>
                    <a:pt x="16019" y="7539"/>
                  </a:cubicBezTo>
                  <a:cubicBezTo>
                    <a:pt x="15959" y="3352"/>
                    <a:pt x="12763" y="1"/>
                    <a:pt x="8297"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91" name="Google Shape;5391;p39"/>
            <p:cNvSpPr/>
            <p:nvPr/>
          </p:nvSpPr>
          <p:spPr>
            <a:xfrm>
              <a:off x="4570740" y="2445165"/>
              <a:ext cx="62855" cy="139334"/>
            </a:xfrm>
            <a:custGeom>
              <a:avLst/>
              <a:gdLst/>
              <a:ahLst/>
              <a:cxnLst/>
              <a:rect l="l" t="t" r="r" b="b"/>
              <a:pathLst>
                <a:path w="6445" h="14287" extrusionOk="0">
                  <a:moveTo>
                    <a:pt x="1733" y="0"/>
                  </a:moveTo>
                  <a:lnTo>
                    <a:pt x="1" y="11277"/>
                  </a:lnTo>
                  <a:lnTo>
                    <a:pt x="4895" y="14286"/>
                  </a:lnTo>
                  <a:lnTo>
                    <a:pt x="6445" y="11672"/>
                  </a:lnTo>
                  <a:lnTo>
                    <a:pt x="5958" y="1246"/>
                  </a:lnTo>
                  <a:lnTo>
                    <a:pt x="1733" y="0"/>
                  </a:ln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5392" name="Google Shape;5392;p39"/>
            <p:cNvSpPr/>
            <p:nvPr/>
          </p:nvSpPr>
          <p:spPr>
            <a:xfrm>
              <a:off x="4590606" y="2465022"/>
              <a:ext cx="41214" cy="55745"/>
            </a:xfrm>
            <a:custGeom>
              <a:avLst/>
              <a:gdLst/>
              <a:ahLst/>
              <a:cxnLst/>
              <a:rect l="l" t="t" r="r" b="b"/>
              <a:pathLst>
                <a:path w="4226" h="5716" extrusionOk="0">
                  <a:moveTo>
                    <a:pt x="3952" y="1"/>
                  </a:moveTo>
                  <a:lnTo>
                    <a:pt x="0" y="1703"/>
                  </a:lnTo>
                  <a:lnTo>
                    <a:pt x="4225" y="5715"/>
                  </a:lnTo>
                  <a:lnTo>
                    <a:pt x="3952" y="1"/>
                  </a:ln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5393" name="Google Shape;5393;p39"/>
            <p:cNvSpPr/>
            <p:nvPr/>
          </p:nvSpPr>
          <p:spPr>
            <a:xfrm>
              <a:off x="4524503" y="2324454"/>
              <a:ext cx="158303" cy="169147"/>
            </a:xfrm>
            <a:custGeom>
              <a:avLst/>
              <a:gdLst/>
              <a:ahLst/>
              <a:cxnLst/>
              <a:rect l="l" t="t" r="r" b="b"/>
              <a:pathLst>
                <a:path w="16232" h="17344" extrusionOk="0">
                  <a:moveTo>
                    <a:pt x="9235" y="1"/>
                  </a:moveTo>
                  <a:cubicBezTo>
                    <a:pt x="8348" y="1"/>
                    <a:pt x="7464" y="129"/>
                    <a:pt x="6626" y="371"/>
                  </a:cubicBezTo>
                  <a:cubicBezTo>
                    <a:pt x="0" y="2286"/>
                    <a:pt x="3070" y="9216"/>
                    <a:pt x="3070" y="9246"/>
                  </a:cubicBezTo>
                  <a:lnTo>
                    <a:pt x="4195" y="12347"/>
                  </a:lnTo>
                  <a:cubicBezTo>
                    <a:pt x="4468" y="13441"/>
                    <a:pt x="5411" y="15447"/>
                    <a:pt x="6353" y="15964"/>
                  </a:cubicBezTo>
                  <a:cubicBezTo>
                    <a:pt x="7940" y="16860"/>
                    <a:pt x="9160" y="17343"/>
                    <a:pt x="10372" y="17343"/>
                  </a:cubicBezTo>
                  <a:cubicBezTo>
                    <a:pt x="11133" y="17343"/>
                    <a:pt x="11892" y="17153"/>
                    <a:pt x="12736" y="16754"/>
                  </a:cubicBezTo>
                  <a:cubicBezTo>
                    <a:pt x="15593" y="15386"/>
                    <a:pt x="16231" y="11009"/>
                    <a:pt x="15654" y="5204"/>
                  </a:cubicBezTo>
                  <a:cubicBezTo>
                    <a:pt x="15289" y="1708"/>
                    <a:pt x="12827" y="523"/>
                    <a:pt x="10912" y="158"/>
                  </a:cubicBezTo>
                  <a:cubicBezTo>
                    <a:pt x="10359" y="52"/>
                    <a:pt x="9796" y="1"/>
                    <a:pt x="9235"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5394" name="Google Shape;5394;p39"/>
            <p:cNvSpPr/>
            <p:nvPr/>
          </p:nvSpPr>
          <p:spPr>
            <a:xfrm>
              <a:off x="4644255" y="2427551"/>
              <a:ext cx="9499" cy="21475"/>
            </a:xfrm>
            <a:custGeom>
              <a:avLst/>
              <a:gdLst/>
              <a:ahLst/>
              <a:cxnLst/>
              <a:rect l="l" t="t" r="r" b="b"/>
              <a:pathLst>
                <a:path w="974" h="2202" extrusionOk="0">
                  <a:moveTo>
                    <a:pt x="94" y="0"/>
                  </a:moveTo>
                  <a:cubicBezTo>
                    <a:pt x="82" y="0"/>
                    <a:pt x="71" y="4"/>
                    <a:pt x="62" y="13"/>
                  </a:cubicBezTo>
                  <a:cubicBezTo>
                    <a:pt x="1" y="43"/>
                    <a:pt x="1" y="74"/>
                    <a:pt x="31" y="134"/>
                  </a:cubicBezTo>
                  <a:lnTo>
                    <a:pt x="791" y="1533"/>
                  </a:lnTo>
                  <a:lnTo>
                    <a:pt x="153" y="2049"/>
                  </a:lnTo>
                  <a:cubicBezTo>
                    <a:pt x="123" y="2080"/>
                    <a:pt x="123" y="2110"/>
                    <a:pt x="153" y="2171"/>
                  </a:cubicBezTo>
                  <a:cubicBezTo>
                    <a:pt x="153" y="2171"/>
                    <a:pt x="183" y="2201"/>
                    <a:pt x="214" y="2201"/>
                  </a:cubicBezTo>
                  <a:cubicBezTo>
                    <a:pt x="214" y="2201"/>
                    <a:pt x="244" y="2201"/>
                    <a:pt x="244" y="2171"/>
                  </a:cubicBezTo>
                  <a:lnTo>
                    <a:pt x="943" y="1624"/>
                  </a:lnTo>
                  <a:cubicBezTo>
                    <a:pt x="974" y="1593"/>
                    <a:pt x="974" y="1533"/>
                    <a:pt x="974" y="1502"/>
                  </a:cubicBezTo>
                  <a:lnTo>
                    <a:pt x="153" y="43"/>
                  </a:lnTo>
                  <a:cubicBezTo>
                    <a:pt x="153" y="22"/>
                    <a:pt x="123" y="0"/>
                    <a:pt x="94"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95" name="Google Shape;5395;p39"/>
            <p:cNvSpPr/>
            <p:nvPr/>
          </p:nvSpPr>
          <p:spPr>
            <a:xfrm>
              <a:off x="4650487" y="2374944"/>
              <a:ext cx="30243" cy="13371"/>
            </a:xfrm>
            <a:custGeom>
              <a:avLst/>
              <a:gdLst/>
              <a:ahLst/>
              <a:cxnLst/>
              <a:rect l="l" t="t" r="r" b="b"/>
              <a:pathLst>
                <a:path w="3101" h="1371" extrusionOk="0">
                  <a:moveTo>
                    <a:pt x="1137" y="0"/>
                  </a:moveTo>
                  <a:cubicBezTo>
                    <a:pt x="377" y="0"/>
                    <a:pt x="213" y="422"/>
                    <a:pt x="213" y="422"/>
                  </a:cubicBezTo>
                  <a:cubicBezTo>
                    <a:pt x="213" y="422"/>
                    <a:pt x="0" y="999"/>
                    <a:pt x="882" y="1091"/>
                  </a:cubicBezTo>
                  <a:cubicBezTo>
                    <a:pt x="1581" y="1182"/>
                    <a:pt x="2006" y="1212"/>
                    <a:pt x="2402" y="1334"/>
                  </a:cubicBezTo>
                  <a:cubicBezTo>
                    <a:pt x="2460" y="1359"/>
                    <a:pt x="2521" y="1370"/>
                    <a:pt x="2581" y="1370"/>
                  </a:cubicBezTo>
                  <a:cubicBezTo>
                    <a:pt x="2739" y="1370"/>
                    <a:pt x="2891" y="1292"/>
                    <a:pt x="2979" y="1182"/>
                  </a:cubicBezTo>
                  <a:cubicBezTo>
                    <a:pt x="3101" y="1060"/>
                    <a:pt x="3101" y="908"/>
                    <a:pt x="2979" y="787"/>
                  </a:cubicBezTo>
                  <a:cubicBezTo>
                    <a:pt x="2766" y="513"/>
                    <a:pt x="2310" y="118"/>
                    <a:pt x="1490" y="27"/>
                  </a:cubicBezTo>
                  <a:cubicBezTo>
                    <a:pt x="1360" y="8"/>
                    <a:pt x="1243" y="0"/>
                    <a:pt x="1137"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96" name="Google Shape;5396;p39"/>
            <p:cNvSpPr/>
            <p:nvPr/>
          </p:nvSpPr>
          <p:spPr>
            <a:xfrm>
              <a:off x="4581712" y="2374925"/>
              <a:ext cx="47436" cy="15926"/>
            </a:xfrm>
            <a:custGeom>
              <a:avLst/>
              <a:gdLst/>
              <a:ahLst/>
              <a:cxnLst/>
              <a:rect l="l" t="t" r="r" b="b"/>
              <a:pathLst>
                <a:path w="4864" h="1633" extrusionOk="0">
                  <a:moveTo>
                    <a:pt x="3341" y="1"/>
                  </a:moveTo>
                  <a:cubicBezTo>
                    <a:pt x="3189" y="1"/>
                    <a:pt x="3018" y="9"/>
                    <a:pt x="2827" y="29"/>
                  </a:cubicBezTo>
                  <a:cubicBezTo>
                    <a:pt x="1672" y="150"/>
                    <a:pt x="487" y="789"/>
                    <a:pt x="183" y="1032"/>
                  </a:cubicBezTo>
                  <a:cubicBezTo>
                    <a:pt x="31" y="1153"/>
                    <a:pt x="1" y="1336"/>
                    <a:pt x="152" y="1457"/>
                  </a:cubicBezTo>
                  <a:cubicBezTo>
                    <a:pt x="288" y="1570"/>
                    <a:pt x="507" y="1633"/>
                    <a:pt x="735" y="1633"/>
                  </a:cubicBezTo>
                  <a:cubicBezTo>
                    <a:pt x="814" y="1633"/>
                    <a:pt x="895" y="1625"/>
                    <a:pt x="973" y="1609"/>
                  </a:cubicBezTo>
                  <a:cubicBezTo>
                    <a:pt x="1520" y="1457"/>
                    <a:pt x="2675" y="1184"/>
                    <a:pt x="3618" y="1093"/>
                  </a:cubicBezTo>
                  <a:cubicBezTo>
                    <a:pt x="4864" y="971"/>
                    <a:pt x="4560" y="394"/>
                    <a:pt x="4560" y="394"/>
                  </a:cubicBezTo>
                  <a:cubicBezTo>
                    <a:pt x="4560" y="394"/>
                    <a:pt x="4375" y="1"/>
                    <a:pt x="3341"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97" name="Google Shape;5397;p39"/>
            <p:cNvSpPr/>
            <p:nvPr/>
          </p:nvSpPr>
          <p:spPr>
            <a:xfrm>
              <a:off x="4593863" y="2408475"/>
              <a:ext cx="35587" cy="17184"/>
            </a:xfrm>
            <a:custGeom>
              <a:avLst/>
              <a:gdLst/>
              <a:ahLst/>
              <a:cxnLst/>
              <a:rect l="l" t="t" r="r" b="b"/>
              <a:pathLst>
                <a:path w="3649" h="1762" extrusionOk="0">
                  <a:moveTo>
                    <a:pt x="1964" y="0"/>
                  </a:moveTo>
                  <a:cubicBezTo>
                    <a:pt x="1462" y="0"/>
                    <a:pt x="819" y="169"/>
                    <a:pt x="1" y="631"/>
                  </a:cubicBezTo>
                  <a:cubicBezTo>
                    <a:pt x="1" y="631"/>
                    <a:pt x="689" y="1761"/>
                    <a:pt x="1992" y="1761"/>
                  </a:cubicBezTo>
                  <a:cubicBezTo>
                    <a:pt x="2465" y="1761"/>
                    <a:pt x="3018" y="1613"/>
                    <a:pt x="3648" y="1209"/>
                  </a:cubicBezTo>
                  <a:cubicBezTo>
                    <a:pt x="3648" y="1209"/>
                    <a:pt x="3310" y="0"/>
                    <a:pt x="1964" y="0"/>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398" name="Google Shape;5398;p39"/>
            <p:cNvSpPr/>
            <p:nvPr/>
          </p:nvSpPr>
          <p:spPr>
            <a:xfrm>
              <a:off x="4603353" y="2408045"/>
              <a:ext cx="19866" cy="19105"/>
            </a:xfrm>
            <a:custGeom>
              <a:avLst/>
              <a:gdLst/>
              <a:ahLst/>
              <a:cxnLst/>
              <a:rect l="l" t="t" r="r" b="b"/>
              <a:pathLst>
                <a:path w="2037" h="1959" extrusionOk="0">
                  <a:moveTo>
                    <a:pt x="994" y="0"/>
                  </a:moveTo>
                  <a:cubicBezTo>
                    <a:pt x="957" y="0"/>
                    <a:pt x="920" y="2"/>
                    <a:pt x="882" y="7"/>
                  </a:cubicBezTo>
                  <a:cubicBezTo>
                    <a:pt x="365" y="68"/>
                    <a:pt x="0" y="584"/>
                    <a:pt x="61" y="1101"/>
                  </a:cubicBezTo>
                  <a:cubicBezTo>
                    <a:pt x="146" y="1608"/>
                    <a:pt x="544" y="1959"/>
                    <a:pt x="1013" y="1959"/>
                  </a:cubicBezTo>
                  <a:cubicBezTo>
                    <a:pt x="1050" y="1959"/>
                    <a:pt x="1087" y="1956"/>
                    <a:pt x="1125" y="1952"/>
                  </a:cubicBezTo>
                  <a:cubicBezTo>
                    <a:pt x="1672" y="1891"/>
                    <a:pt x="2037" y="1405"/>
                    <a:pt x="1946" y="858"/>
                  </a:cubicBezTo>
                  <a:cubicBezTo>
                    <a:pt x="1889" y="351"/>
                    <a:pt x="1467" y="0"/>
                    <a:pt x="994"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399" name="Google Shape;5399;p39"/>
            <p:cNvSpPr/>
            <p:nvPr/>
          </p:nvSpPr>
          <p:spPr>
            <a:xfrm>
              <a:off x="4592976" y="2407509"/>
              <a:ext cx="37060" cy="13351"/>
            </a:xfrm>
            <a:custGeom>
              <a:avLst/>
              <a:gdLst/>
              <a:ahLst/>
              <a:cxnLst/>
              <a:rect l="l" t="t" r="r" b="b"/>
              <a:pathLst>
                <a:path w="3800" h="1369" extrusionOk="0">
                  <a:moveTo>
                    <a:pt x="2067" y="1"/>
                  </a:moveTo>
                  <a:cubicBezTo>
                    <a:pt x="1703" y="1"/>
                    <a:pt x="1338" y="92"/>
                    <a:pt x="1004" y="183"/>
                  </a:cubicBezTo>
                  <a:cubicBezTo>
                    <a:pt x="669" y="305"/>
                    <a:pt x="335" y="457"/>
                    <a:pt x="61" y="700"/>
                  </a:cubicBezTo>
                  <a:cubicBezTo>
                    <a:pt x="31" y="700"/>
                    <a:pt x="1" y="761"/>
                    <a:pt x="31" y="791"/>
                  </a:cubicBezTo>
                  <a:cubicBezTo>
                    <a:pt x="46" y="806"/>
                    <a:pt x="61" y="814"/>
                    <a:pt x="77" y="814"/>
                  </a:cubicBezTo>
                  <a:cubicBezTo>
                    <a:pt x="92" y="814"/>
                    <a:pt x="107" y="806"/>
                    <a:pt x="122" y="791"/>
                  </a:cubicBezTo>
                  <a:cubicBezTo>
                    <a:pt x="396" y="609"/>
                    <a:pt x="700" y="457"/>
                    <a:pt x="1034" y="335"/>
                  </a:cubicBezTo>
                  <a:cubicBezTo>
                    <a:pt x="1309" y="260"/>
                    <a:pt x="1605" y="206"/>
                    <a:pt x="1870" y="206"/>
                  </a:cubicBezTo>
                  <a:cubicBezTo>
                    <a:pt x="1927" y="206"/>
                    <a:pt x="1983" y="208"/>
                    <a:pt x="2037" y="214"/>
                  </a:cubicBezTo>
                  <a:cubicBezTo>
                    <a:pt x="2402" y="214"/>
                    <a:pt x="2736" y="305"/>
                    <a:pt x="2979" y="487"/>
                  </a:cubicBezTo>
                  <a:cubicBezTo>
                    <a:pt x="3253" y="670"/>
                    <a:pt x="3466" y="943"/>
                    <a:pt x="3526" y="1247"/>
                  </a:cubicBezTo>
                  <a:cubicBezTo>
                    <a:pt x="3557" y="1338"/>
                    <a:pt x="3618" y="1369"/>
                    <a:pt x="3678" y="1369"/>
                  </a:cubicBezTo>
                  <a:cubicBezTo>
                    <a:pt x="3770" y="1338"/>
                    <a:pt x="3800" y="1278"/>
                    <a:pt x="3800" y="1186"/>
                  </a:cubicBezTo>
                  <a:cubicBezTo>
                    <a:pt x="3709" y="791"/>
                    <a:pt x="3435" y="487"/>
                    <a:pt x="3131" y="275"/>
                  </a:cubicBezTo>
                  <a:cubicBezTo>
                    <a:pt x="2797" y="92"/>
                    <a:pt x="2432" y="1"/>
                    <a:pt x="2067"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400" name="Google Shape;5400;p39"/>
            <p:cNvSpPr/>
            <p:nvPr/>
          </p:nvSpPr>
          <p:spPr>
            <a:xfrm>
              <a:off x="4651667" y="2407334"/>
              <a:ext cx="24918" cy="17359"/>
            </a:xfrm>
            <a:custGeom>
              <a:avLst/>
              <a:gdLst/>
              <a:ahLst/>
              <a:cxnLst/>
              <a:rect l="l" t="t" r="r" b="b"/>
              <a:pathLst>
                <a:path w="2555" h="1780" extrusionOk="0">
                  <a:moveTo>
                    <a:pt x="1445" y="0"/>
                  </a:moveTo>
                  <a:cubicBezTo>
                    <a:pt x="495" y="0"/>
                    <a:pt x="1" y="1296"/>
                    <a:pt x="1" y="1296"/>
                  </a:cubicBezTo>
                  <a:cubicBezTo>
                    <a:pt x="397" y="1647"/>
                    <a:pt x="753" y="1780"/>
                    <a:pt x="1065" y="1780"/>
                  </a:cubicBezTo>
                  <a:cubicBezTo>
                    <a:pt x="2019" y="1780"/>
                    <a:pt x="2554" y="536"/>
                    <a:pt x="2554" y="536"/>
                  </a:cubicBezTo>
                  <a:cubicBezTo>
                    <a:pt x="2134" y="146"/>
                    <a:pt x="1764" y="0"/>
                    <a:pt x="1445" y="0"/>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401" name="Google Shape;5401;p39"/>
            <p:cNvSpPr/>
            <p:nvPr/>
          </p:nvSpPr>
          <p:spPr>
            <a:xfrm>
              <a:off x="4657012" y="2407441"/>
              <a:ext cx="15126" cy="17291"/>
            </a:xfrm>
            <a:custGeom>
              <a:avLst/>
              <a:gdLst/>
              <a:ahLst/>
              <a:cxnLst/>
              <a:rect l="l" t="t" r="r" b="b"/>
              <a:pathLst>
                <a:path w="1551" h="1773" extrusionOk="0">
                  <a:moveTo>
                    <a:pt x="819" y="1"/>
                  </a:moveTo>
                  <a:cubicBezTo>
                    <a:pt x="461" y="1"/>
                    <a:pt x="145" y="320"/>
                    <a:pt x="61" y="768"/>
                  </a:cubicBezTo>
                  <a:cubicBezTo>
                    <a:pt x="0" y="1254"/>
                    <a:pt x="243" y="1710"/>
                    <a:pt x="638" y="1771"/>
                  </a:cubicBezTo>
                  <a:cubicBezTo>
                    <a:pt x="655" y="1772"/>
                    <a:pt x="672" y="1773"/>
                    <a:pt x="688" y="1773"/>
                  </a:cubicBezTo>
                  <a:cubicBezTo>
                    <a:pt x="1064" y="1773"/>
                    <a:pt x="1401" y="1446"/>
                    <a:pt x="1459" y="981"/>
                  </a:cubicBezTo>
                  <a:cubicBezTo>
                    <a:pt x="1550" y="494"/>
                    <a:pt x="1307" y="38"/>
                    <a:pt x="912" y="8"/>
                  </a:cubicBezTo>
                  <a:cubicBezTo>
                    <a:pt x="881" y="3"/>
                    <a:pt x="850" y="1"/>
                    <a:pt x="819"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402" name="Google Shape;5402;p39"/>
            <p:cNvSpPr/>
            <p:nvPr/>
          </p:nvSpPr>
          <p:spPr>
            <a:xfrm>
              <a:off x="4650780" y="2406700"/>
              <a:ext cx="26390" cy="13390"/>
            </a:xfrm>
            <a:custGeom>
              <a:avLst/>
              <a:gdLst/>
              <a:ahLst/>
              <a:cxnLst/>
              <a:rect l="l" t="t" r="r" b="b"/>
              <a:pathLst>
                <a:path w="2706" h="1373" extrusionOk="0">
                  <a:moveTo>
                    <a:pt x="1612" y="0"/>
                  </a:moveTo>
                  <a:cubicBezTo>
                    <a:pt x="1551" y="0"/>
                    <a:pt x="1490" y="8"/>
                    <a:pt x="1429" y="23"/>
                  </a:cubicBezTo>
                  <a:lnTo>
                    <a:pt x="1460" y="23"/>
                  </a:lnTo>
                  <a:cubicBezTo>
                    <a:pt x="1277" y="54"/>
                    <a:pt x="1125" y="84"/>
                    <a:pt x="973" y="175"/>
                  </a:cubicBezTo>
                  <a:cubicBezTo>
                    <a:pt x="852" y="236"/>
                    <a:pt x="700" y="327"/>
                    <a:pt x="578" y="418"/>
                  </a:cubicBezTo>
                  <a:cubicBezTo>
                    <a:pt x="457" y="540"/>
                    <a:pt x="365" y="661"/>
                    <a:pt x="274" y="783"/>
                  </a:cubicBezTo>
                  <a:cubicBezTo>
                    <a:pt x="183" y="905"/>
                    <a:pt x="92" y="1057"/>
                    <a:pt x="31" y="1209"/>
                  </a:cubicBezTo>
                  <a:cubicBezTo>
                    <a:pt x="1" y="1269"/>
                    <a:pt x="31" y="1330"/>
                    <a:pt x="92" y="1361"/>
                  </a:cubicBezTo>
                  <a:cubicBezTo>
                    <a:pt x="108" y="1369"/>
                    <a:pt x="124" y="1372"/>
                    <a:pt x="140" y="1372"/>
                  </a:cubicBezTo>
                  <a:cubicBezTo>
                    <a:pt x="183" y="1372"/>
                    <a:pt x="222" y="1344"/>
                    <a:pt x="244" y="1300"/>
                  </a:cubicBezTo>
                  <a:cubicBezTo>
                    <a:pt x="365" y="1026"/>
                    <a:pt x="517" y="783"/>
                    <a:pt x="730" y="570"/>
                  </a:cubicBezTo>
                  <a:cubicBezTo>
                    <a:pt x="821" y="479"/>
                    <a:pt x="943" y="388"/>
                    <a:pt x="1065" y="327"/>
                  </a:cubicBezTo>
                  <a:cubicBezTo>
                    <a:pt x="1186" y="266"/>
                    <a:pt x="1338" y="236"/>
                    <a:pt x="1490" y="206"/>
                  </a:cubicBezTo>
                  <a:lnTo>
                    <a:pt x="1490" y="175"/>
                  </a:lnTo>
                  <a:cubicBezTo>
                    <a:pt x="1557" y="164"/>
                    <a:pt x="1632" y="157"/>
                    <a:pt x="1709" y="157"/>
                  </a:cubicBezTo>
                  <a:cubicBezTo>
                    <a:pt x="1842" y="157"/>
                    <a:pt x="1982" y="178"/>
                    <a:pt x="2098" y="236"/>
                  </a:cubicBezTo>
                  <a:cubicBezTo>
                    <a:pt x="2311" y="327"/>
                    <a:pt x="2463" y="449"/>
                    <a:pt x="2615" y="631"/>
                  </a:cubicBezTo>
                  <a:cubicBezTo>
                    <a:pt x="2615" y="661"/>
                    <a:pt x="2645" y="661"/>
                    <a:pt x="2676" y="661"/>
                  </a:cubicBezTo>
                  <a:cubicBezTo>
                    <a:pt x="2706" y="631"/>
                    <a:pt x="2706" y="601"/>
                    <a:pt x="2676" y="570"/>
                  </a:cubicBezTo>
                  <a:cubicBezTo>
                    <a:pt x="2554" y="388"/>
                    <a:pt x="2372" y="206"/>
                    <a:pt x="2159" y="114"/>
                  </a:cubicBezTo>
                  <a:cubicBezTo>
                    <a:pt x="2037" y="54"/>
                    <a:pt x="1916" y="23"/>
                    <a:pt x="1794" y="23"/>
                  </a:cubicBezTo>
                  <a:cubicBezTo>
                    <a:pt x="1733" y="8"/>
                    <a:pt x="1672" y="0"/>
                    <a:pt x="1612"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403" name="Google Shape;5403;p39"/>
            <p:cNvSpPr/>
            <p:nvPr/>
          </p:nvSpPr>
          <p:spPr>
            <a:xfrm>
              <a:off x="4620839" y="2457024"/>
              <a:ext cx="31140" cy="11596"/>
            </a:xfrm>
            <a:custGeom>
              <a:avLst/>
              <a:gdLst/>
              <a:ahLst/>
              <a:cxnLst/>
              <a:rect l="l" t="t" r="r" b="b"/>
              <a:pathLst>
                <a:path w="3193" h="1189" extrusionOk="0">
                  <a:moveTo>
                    <a:pt x="1" y="0"/>
                  </a:moveTo>
                  <a:lnTo>
                    <a:pt x="1" y="0"/>
                  </a:lnTo>
                  <a:cubicBezTo>
                    <a:pt x="1" y="0"/>
                    <a:pt x="548" y="1125"/>
                    <a:pt x="1946" y="1185"/>
                  </a:cubicBezTo>
                  <a:cubicBezTo>
                    <a:pt x="1979" y="1187"/>
                    <a:pt x="2012" y="1188"/>
                    <a:pt x="2044" y="1188"/>
                  </a:cubicBezTo>
                  <a:cubicBezTo>
                    <a:pt x="2965" y="1188"/>
                    <a:pt x="3192" y="365"/>
                    <a:pt x="3192" y="365"/>
                  </a:cubicBezTo>
                  <a:lnTo>
                    <a:pt x="1" y="0"/>
                  </a:ln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404" name="Google Shape;5404;p39"/>
            <p:cNvSpPr/>
            <p:nvPr/>
          </p:nvSpPr>
          <p:spPr>
            <a:xfrm>
              <a:off x="4622029" y="2455698"/>
              <a:ext cx="29355" cy="5071"/>
            </a:xfrm>
            <a:custGeom>
              <a:avLst/>
              <a:gdLst/>
              <a:ahLst/>
              <a:cxnLst/>
              <a:rect l="l" t="t" r="r" b="b"/>
              <a:pathLst>
                <a:path w="3010" h="520" extrusionOk="0">
                  <a:moveTo>
                    <a:pt x="1728" y="0"/>
                  </a:moveTo>
                  <a:cubicBezTo>
                    <a:pt x="908" y="0"/>
                    <a:pt x="0" y="166"/>
                    <a:pt x="0" y="166"/>
                  </a:cubicBezTo>
                  <a:cubicBezTo>
                    <a:pt x="504" y="448"/>
                    <a:pt x="1231" y="520"/>
                    <a:pt x="1844" y="520"/>
                  </a:cubicBezTo>
                  <a:cubicBezTo>
                    <a:pt x="2490" y="520"/>
                    <a:pt x="3009" y="440"/>
                    <a:pt x="3009" y="440"/>
                  </a:cubicBezTo>
                  <a:cubicBezTo>
                    <a:pt x="2930" y="98"/>
                    <a:pt x="2355" y="0"/>
                    <a:pt x="1728" y="0"/>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5405" name="Google Shape;5405;p39"/>
            <p:cNvSpPr/>
            <p:nvPr/>
          </p:nvSpPr>
          <p:spPr>
            <a:xfrm>
              <a:off x="4619064" y="2455123"/>
              <a:ext cx="35285" cy="7539"/>
            </a:xfrm>
            <a:custGeom>
              <a:avLst/>
              <a:gdLst/>
              <a:ahLst/>
              <a:cxnLst/>
              <a:rect l="l" t="t" r="r" b="b"/>
              <a:pathLst>
                <a:path w="3618" h="773" extrusionOk="0">
                  <a:moveTo>
                    <a:pt x="90" y="0"/>
                  </a:moveTo>
                  <a:cubicBezTo>
                    <a:pt x="61" y="0"/>
                    <a:pt x="31" y="22"/>
                    <a:pt x="31" y="43"/>
                  </a:cubicBezTo>
                  <a:cubicBezTo>
                    <a:pt x="0" y="104"/>
                    <a:pt x="0" y="134"/>
                    <a:pt x="61" y="165"/>
                  </a:cubicBezTo>
                  <a:cubicBezTo>
                    <a:pt x="882" y="621"/>
                    <a:pt x="1642" y="773"/>
                    <a:pt x="2250" y="773"/>
                  </a:cubicBezTo>
                  <a:cubicBezTo>
                    <a:pt x="3010" y="773"/>
                    <a:pt x="3526" y="529"/>
                    <a:pt x="3557" y="499"/>
                  </a:cubicBezTo>
                  <a:cubicBezTo>
                    <a:pt x="3587" y="499"/>
                    <a:pt x="3617" y="438"/>
                    <a:pt x="3587" y="408"/>
                  </a:cubicBezTo>
                  <a:cubicBezTo>
                    <a:pt x="3587" y="347"/>
                    <a:pt x="3526" y="347"/>
                    <a:pt x="3496" y="347"/>
                  </a:cubicBezTo>
                  <a:cubicBezTo>
                    <a:pt x="3479" y="364"/>
                    <a:pt x="3000" y="588"/>
                    <a:pt x="2244" y="588"/>
                  </a:cubicBezTo>
                  <a:cubicBezTo>
                    <a:pt x="1670" y="588"/>
                    <a:pt x="935" y="459"/>
                    <a:pt x="122" y="13"/>
                  </a:cubicBezTo>
                  <a:cubicBezTo>
                    <a:pt x="113" y="4"/>
                    <a:pt x="102" y="0"/>
                    <a:pt x="90"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406" name="Google Shape;5406;p39"/>
            <p:cNvSpPr/>
            <p:nvPr/>
          </p:nvSpPr>
          <p:spPr>
            <a:xfrm>
              <a:off x="4522425" y="2341736"/>
              <a:ext cx="72929" cy="89206"/>
            </a:xfrm>
            <a:custGeom>
              <a:avLst/>
              <a:gdLst/>
              <a:ahLst/>
              <a:cxnLst/>
              <a:rect l="l" t="t" r="r" b="b"/>
              <a:pathLst>
                <a:path w="7478" h="9147" extrusionOk="0">
                  <a:moveTo>
                    <a:pt x="2581" y="1"/>
                  </a:moveTo>
                  <a:cubicBezTo>
                    <a:pt x="2124" y="1"/>
                    <a:pt x="1498" y="446"/>
                    <a:pt x="1095" y="2550"/>
                  </a:cubicBezTo>
                  <a:cubicBezTo>
                    <a:pt x="0" y="8386"/>
                    <a:pt x="4347" y="9146"/>
                    <a:pt x="4347" y="9146"/>
                  </a:cubicBezTo>
                  <a:cubicBezTo>
                    <a:pt x="4347" y="9146"/>
                    <a:pt x="7478" y="2429"/>
                    <a:pt x="3162" y="240"/>
                  </a:cubicBezTo>
                  <a:cubicBezTo>
                    <a:pt x="3162" y="240"/>
                    <a:pt x="2917" y="1"/>
                    <a:pt x="2581"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407" name="Google Shape;5407;p39"/>
            <p:cNvSpPr/>
            <p:nvPr/>
          </p:nvSpPr>
          <p:spPr>
            <a:xfrm>
              <a:off x="4518271" y="2410640"/>
              <a:ext cx="56038" cy="44910"/>
            </a:xfrm>
            <a:custGeom>
              <a:avLst/>
              <a:gdLst/>
              <a:ahLst/>
              <a:cxnLst/>
              <a:rect l="l" t="t" r="r" b="b"/>
              <a:pathLst>
                <a:path w="5746" h="4605" extrusionOk="0">
                  <a:moveTo>
                    <a:pt x="2773" y="1"/>
                  </a:moveTo>
                  <a:cubicBezTo>
                    <a:pt x="2511" y="1"/>
                    <a:pt x="2235" y="78"/>
                    <a:pt x="1946" y="257"/>
                  </a:cubicBezTo>
                  <a:cubicBezTo>
                    <a:pt x="1" y="1504"/>
                    <a:pt x="2463" y="4604"/>
                    <a:pt x="4591" y="4604"/>
                  </a:cubicBezTo>
                  <a:cubicBezTo>
                    <a:pt x="5229" y="4604"/>
                    <a:pt x="5746" y="4118"/>
                    <a:pt x="5624" y="3601"/>
                  </a:cubicBezTo>
                  <a:cubicBezTo>
                    <a:pt x="5442" y="2811"/>
                    <a:pt x="5138" y="2051"/>
                    <a:pt x="4651" y="1352"/>
                  </a:cubicBezTo>
                  <a:cubicBezTo>
                    <a:pt x="4177" y="651"/>
                    <a:pt x="3534" y="1"/>
                    <a:pt x="2773"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5408" name="Google Shape;5408;p39"/>
            <p:cNvSpPr/>
            <p:nvPr/>
          </p:nvSpPr>
          <p:spPr>
            <a:xfrm>
              <a:off x="4541696" y="2426634"/>
              <a:ext cx="24606" cy="14092"/>
            </a:xfrm>
            <a:custGeom>
              <a:avLst/>
              <a:gdLst/>
              <a:ahLst/>
              <a:cxnLst/>
              <a:rect l="l" t="t" r="r" b="b"/>
              <a:pathLst>
                <a:path w="2523" h="1445" extrusionOk="0">
                  <a:moveTo>
                    <a:pt x="657" y="0"/>
                  </a:moveTo>
                  <a:cubicBezTo>
                    <a:pt x="471" y="0"/>
                    <a:pt x="272" y="32"/>
                    <a:pt x="61" y="107"/>
                  </a:cubicBezTo>
                  <a:cubicBezTo>
                    <a:pt x="0" y="137"/>
                    <a:pt x="0" y="198"/>
                    <a:pt x="0" y="228"/>
                  </a:cubicBezTo>
                  <a:cubicBezTo>
                    <a:pt x="22" y="250"/>
                    <a:pt x="43" y="271"/>
                    <a:pt x="75" y="271"/>
                  </a:cubicBezTo>
                  <a:cubicBezTo>
                    <a:pt x="89" y="271"/>
                    <a:pt x="104" y="268"/>
                    <a:pt x="122" y="259"/>
                  </a:cubicBezTo>
                  <a:cubicBezTo>
                    <a:pt x="315" y="193"/>
                    <a:pt x="496" y="165"/>
                    <a:pt x="664" y="165"/>
                  </a:cubicBezTo>
                  <a:cubicBezTo>
                    <a:pt x="1743" y="165"/>
                    <a:pt x="2318" y="1331"/>
                    <a:pt x="2371" y="1383"/>
                  </a:cubicBezTo>
                  <a:cubicBezTo>
                    <a:pt x="2371" y="1414"/>
                    <a:pt x="2401" y="1444"/>
                    <a:pt x="2432" y="1444"/>
                  </a:cubicBezTo>
                  <a:lnTo>
                    <a:pt x="2462" y="1444"/>
                  </a:lnTo>
                  <a:cubicBezTo>
                    <a:pt x="2523" y="1414"/>
                    <a:pt x="2523" y="1353"/>
                    <a:pt x="2523" y="1323"/>
                  </a:cubicBezTo>
                  <a:cubicBezTo>
                    <a:pt x="2497" y="1296"/>
                    <a:pt x="1835" y="0"/>
                    <a:pt x="657" y="0"/>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sp>
          <p:nvSpPr>
            <p:cNvPr id="5409" name="Google Shape;5409;p39"/>
            <p:cNvSpPr/>
            <p:nvPr/>
          </p:nvSpPr>
          <p:spPr>
            <a:xfrm>
              <a:off x="4554736" y="2448130"/>
              <a:ext cx="10679" cy="10679"/>
            </a:xfrm>
            <a:custGeom>
              <a:avLst/>
              <a:gdLst/>
              <a:ahLst/>
              <a:cxnLst/>
              <a:rect l="l" t="t" r="r" b="b"/>
              <a:pathLst>
                <a:path w="1095" h="1095" extrusionOk="0">
                  <a:moveTo>
                    <a:pt x="548" y="0"/>
                  </a:moveTo>
                  <a:cubicBezTo>
                    <a:pt x="244" y="0"/>
                    <a:pt x="0" y="243"/>
                    <a:pt x="0" y="547"/>
                  </a:cubicBezTo>
                  <a:cubicBezTo>
                    <a:pt x="0" y="851"/>
                    <a:pt x="244" y="1094"/>
                    <a:pt x="548" y="1094"/>
                  </a:cubicBezTo>
                  <a:cubicBezTo>
                    <a:pt x="852" y="1094"/>
                    <a:pt x="1095" y="851"/>
                    <a:pt x="1095" y="547"/>
                  </a:cubicBezTo>
                  <a:cubicBezTo>
                    <a:pt x="1095" y="243"/>
                    <a:pt x="852" y="0"/>
                    <a:pt x="548" y="0"/>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5410" name="Google Shape;5410;p39"/>
            <p:cNvSpPr/>
            <p:nvPr/>
          </p:nvSpPr>
          <p:spPr>
            <a:xfrm>
              <a:off x="4558295" y="2318085"/>
              <a:ext cx="118288" cy="42599"/>
            </a:xfrm>
            <a:custGeom>
              <a:avLst/>
              <a:gdLst/>
              <a:ahLst/>
              <a:cxnLst/>
              <a:rect l="l" t="t" r="r" b="b"/>
              <a:pathLst>
                <a:path w="12129" h="4368" extrusionOk="0">
                  <a:moveTo>
                    <a:pt x="6204" y="1"/>
                  </a:moveTo>
                  <a:cubicBezTo>
                    <a:pt x="6016" y="1"/>
                    <a:pt x="5823" y="7"/>
                    <a:pt x="5623" y="21"/>
                  </a:cubicBezTo>
                  <a:cubicBezTo>
                    <a:pt x="304" y="386"/>
                    <a:pt x="0" y="2969"/>
                    <a:pt x="0" y="2969"/>
                  </a:cubicBezTo>
                  <a:cubicBezTo>
                    <a:pt x="0" y="2969"/>
                    <a:pt x="1675" y="3672"/>
                    <a:pt x="3747" y="3672"/>
                  </a:cubicBezTo>
                  <a:cubicBezTo>
                    <a:pt x="4782" y="3672"/>
                    <a:pt x="5917" y="3496"/>
                    <a:pt x="6991" y="2969"/>
                  </a:cubicBezTo>
                  <a:cubicBezTo>
                    <a:pt x="7668" y="2647"/>
                    <a:pt x="8286" y="2519"/>
                    <a:pt x="8840" y="2519"/>
                  </a:cubicBezTo>
                  <a:cubicBezTo>
                    <a:pt x="10947" y="2519"/>
                    <a:pt x="12128" y="4367"/>
                    <a:pt x="12128" y="4367"/>
                  </a:cubicBezTo>
                  <a:cubicBezTo>
                    <a:pt x="12128" y="4367"/>
                    <a:pt x="11058" y="1"/>
                    <a:pt x="6204" y="1"/>
                  </a:cubicBezTo>
                  <a:close/>
                </a:path>
              </a:pathLst>
            </a:custGeom>
            <a:solidFill>
              <a:srgbClr val="000000"/>
            </a:solidFill>
            <a:ln>
              <a:noFill/>
            </a:ln>
          </p:spPr>
          <p:txBody>
            <a:bodyPr spcFirstLastPara="1" wrap="square" lIns="121900" tIns="121900" rIns="121900" bIns="121900" anchor="ctr" anchorCtr="0">
              <a:noAutofit/>
            </a:bodyPr>
            <a:lstStyle/>
            <a:p>
              <a:endParaRPr sz="2400"/>
            </a:p>
          </p:txBody>
        </p:sp>
      </p:grpSp>
      <p:sp>
        <p:nvSpPr>
          <p:cNvPr id="3" name="TextBox 2">
            <a:extLst>
              <a:ext uri="{FF2B5EF4-FFF2-40B4-BE49-F238E27FC236}">
                <a16:creationId xmlns="" xmlns:a16="http://schemas.microsoft.com/office/drawing/2014/main" id="{4ED39ADE-B3B0-5BE7-F6F8-58E0B64F769E}"/>
              </a:ext>
            </a:extLst>
          </p:cNvPr>
          <p:cNvSpPr txBox="1"/>
          <p:nvPr/>
        </p:nvSpPr>
        <p:spPr>
          <a:xfrm>
            <a:off x="2101492" y="899650"/>
            <a:ext cx="8826899" cy="461665"/>
          </a:xfrm>
          <a:prstGeom prst="rect">
            <a:avLst/>
          </a:prstGeom>
          <a:noFill/>
        </p:spPr>
        <p:txBody>
          <a:bodyPr wrap="square">
            <a:spAutoFit/>
          </a:bodyPr>
          <a:lstStyle/>
          <a:p>
            <a:r>
              <a:rPr lang="ru-RU" sz="1867" dirty="0">
                <a:latin typeface="Times New Roman" panose="02020603050405020304" pitchFamily="18" charset="0"/>
                <a:cs typeface="Times New Roman" panose="02020603050405020304" pitchFamily="18" charset="0"/>
              </a:rPr>
              <a:t>Мониторлардың екі негізгі түрі бар: </a:t>
            </a:r>
            <a:r>
              <a:rPr lang="en-US" sz="1867" b="1" dirty="0">
                <a:latin typeface="Times New Roman" panose="02020603050405020304" pitchFamily="18" charset="0"/>
                <a:cs typeface="Times New Roman" panose="02020603050405020304" pitchFamily="18" charset="0"/>
              </a:rPr>
              <a:t>CRT</a:t>
            </a:r>
            <a:r>
              <a:rPr lang="en-US" sz="1867" dirty="0">
                <a:latin typeface="Times New Roman" panose="02020603050405020304" pitchFamily="18" charset="0"/>
                <a:cs typeface="Times New Roman" panose="02020603050405020304" pitchFamily="18" charset="0"/>
              </a:rPr>
              <a:t> </a:t>
            </a:r>
            <a:r>
              <a:rPr lang="kk-KZ" sz="2400" dirty="0">
                <a:latin typeface="Times New Roman" panose="02020603050405020304" pitchFamily="18" charset="0"/>
                <a:cs typeface="Times New Roman" panose="02020603050405020304" pitchFamily="18" charset="0"/>
              </a:rPr>
              <a:t>және</a:t>
            </a:r>
            <a:r>
              <a:rPr lang="en-US" sz="1867" dirty="0">
                <a:latin typeface="Times New Roman" panose="02020603050405020304" pitchFamily="18" charset="0"/>
                <a:cs typeface="Times New Roman" panose="02020603050405020304" pitchFamily="18" charset="0"/>
              </a:rPr>
              <a:t> </a:t>
            </a:r>
            <a:r>
              <a:rPr lang="en-US" sz="1867" b="1" dirty="0">
                <a:latin typeface="Times New Roman" panose="02020603050405020304" pitchFamily="18" charset="0"/>
                <a:cs typeface="Times New Roman" panose="02020603050405020304" pitchFamily="18" charset="0"/>
              </a:rPr>
              <a:t>LCD</a:t>
            </a:r>
            <a:r>
              <a:rPr lang="en-US" sz="1867" dirty="0">
                <a:latin typeface="Times New Roman" panose="02020603050405020304" pitchFamily="18" charset="0"/>
                <a:cs typeface="Times New Roman" panose="02020603050405020304" pitchFamily="18" charset="0"/>
              </a:rPr>
              <a:t>.</a:t>
            </a:r>
          </a:p>
        </p:txBody>
      </p:sp>
      <p:pic>
        <p:nvPicPr>
          <p:cNvPr id="5" name="Рисунок 4">
            <a:extLst>
              <a:ext uri="{FF2B5EF4-FFF2-40B4-BE49-F238E27FC236}">
                <a16:creationId xmlns="" xmlns:a16="http://schemas.microsoft.com/office/drawing/2014/main" id="{07FFCD49-2700-EB69-ED74-06337B88AD31}"/>
              </a:ext>
            </a:extLst>
          </p:cNvPr>
          <p:cNvPicPr>
            <a:picLocks noChangeAspect="1"/>
          </p:cNvPicPr>
          <p:nvPr/>
        </p:nvPicPr>
        <p:blipFill>
          <a:blip r:embed="rId3"/>
          <a:stretch>
            <a:fillRect/>
          </a:stretch>
        </p:blipFill>
        <p:spPr>
          <a:xfrm flipH="1">
            <a:off x="1051740" y="4268650"/>
            <a:ext cx="2180435" cy="2070100"/>
          </a:xfrm>
          <a:prstGeom prst="rect">
            <a:avLst/>
          </a:prstGeom>
        </p:spPr>
      </p:pic>
      <p:pic>
        <p:nvPicPr>
          <p:cNvPr id="6" name="Picture 4" descr="Монитор Philips 223V7QDSB/00, 21.5&amp;quot;/ FHD/ IPS/ 4ms/ Black - купить по цене  49 990 тг.">
            <a:extLst>
              <a:ext uri="{FF2B5EF4-FFF2-40B4-BE49-F238E27FC236}">
                <a16:creationId xmlns="" xmlns:a16="http://schemas.microsoft.com/office/drawing/2014/main" id="{F3A7263F-E261-257A-4290-B2E7B27B300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8828356" y="4156986"/>
            <a:ext cx="2476747" cy="23853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4466"/>
        <p:cNvGrpSpPr/>
        <p:nvPr/>
      </p:nvGrpSpPr>
      <p:grpSpPr>
        <a:xfrm>
          <a:off x="0" y="0"/>
          <a:ext cx="0" cy="0"/>
          <a:chOff x="0" y="0"/>
          <a:chExt cx="0" cy="0"/>
        </a:xfrm>
      </p:grpSpPr>
      <p:grpSp>
        <p:nvGrpSpPr>
          <p:cNvPr id="4498" name="Google Shape;4498;p35"/>
          <p:cNvGrpSpPr/>
          <p:nvPr/>
        </p:nvGrpSpPr>
        <p:grpSpPr>
          <a:xfrm>
            <a:off x="749181" y="2337719"/>
            <a:ext cx="10686255" cy="4750568"/>
            <a:chOff x="574400" y="1292174"/>
            <a:chExt cx="8023475" cy="3321082"/>
          </a:xfrm>
        </p:grpSpPr>
        <p:sp>
          <p:nvSpPr>
            <p:cNvPr id="4499" name="Google Shape;4499;p35"/>
            <p:cNvSpPr/>
            <p:nvPr/>
          </p:nvSpPr>
          <p:spPr>
            <a:xfrm>
              <a:off x="4580923" y="1292174"/>
              <a:ext cx="11300" cy="3321082"/>
            </a:xfrm>
            <a:custGeom>
              <a:avLst/>
              <a:gdLst/>
              <a:ahLst/>
              <a:cxnLst/>
              <a:rect l="l" t="t" r="r" b="b"/>
              <a:pathLst>
                <a:path w="26" h="8615" extrusionOk="0">
                  <a:moveTo>
                    <a:pt x="0" y="0"/>
                  </a:moveTo>
                  <a:lnTo>
                    <a:pt x="0" y="8614"/>
                  </a:lnTo>
                  <a:lnTo>
                    <a:pt x="26" y="8614"/>
                  </a:lnTo>
                  <a:lnTo>
                    <a:pt x="26" y="0"/>
                  </a:lnTo>
                  <a:close/>
                </a:path>
              </a:pathLst>
            </a:custGeom>
            <a:solidFill>
              <a:srgbClr val="EEEEEE"/>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00" name="Google Shape;4500;p35"/>
            <p:cNvSpPr/>
            <p:nvPr/>
          </p:nvSpPr>
          <p:spPr>
            <a:xfrm flipH="1">
              <a:off x="4501248" y="3568682"/>
              <a:ext cx="4096627" cy="855945"/>
            </a:xfrm>
            <a:custGeom>
              <a:avLst/>
              <a:gdLst/>
              <a:ahLst/>
              <a:cxnLst/>
              <a:rect l="l" t="t" r="r" b="b"/>
              <a:pathLst>
                <a:path w="6131" h="1800" extrusionOk="0">
                  <a:moveTo>
                    <a:pt x="266" y="1799"/>
                  </a:moveTo>
                  <a:lnTo>
                    <a:pt x="3220" y="1799"/>
                  </a:lnTo>
                  <a:cubicBezTo>
                    <a:pt x="3368" y="1799"/>
                    <a:pt x="3485" y="1679"/>
                    <a:pt x="3485" y="1534"/>
                  </a:cubicBezTo>
                  <a:lnTo>
                    <a:pt x="3485" y="1189"/>
                  </a:lnTo>
                  <a:cubicBezTo>
                    <a:pt x="3494" y="874"/>
                    <a:pt x="3899" y="827"/>
                    <a:pt x="4036" y="1155"/>
                  </a:cubicBezTo>
                  <a:lnTo>
                    <a:pt x="4036" y="1155"/>
                  </a:lnTo>
                  <a:cubicBezTo>
                    <a:pt x="4136" y="1384"/>
                    <a:pt x="4363" y="1544"/>
                    <a:pt x="4627" y="1544"/>
                  </a:cubicBezTo>
                  <a:cubicBezTo>
                    <a:pt x="4886" y="1544"/>
                    <a:pt x="5109" y="1390"/>
                    <a:pt x="5212" y="1170"/>
                  </a:cubicBezTo>
                  <a:lnTo>
                    <a:pt x="5212" y="1172"/>
                  </a:lnTo>
                  <a:cubicBezTo>
                    <a:pt x="5338" y="930"/>
                    <a:pt x="5561" y="889"/>
                    <a:pt x="5711" y="949"/>
                  </a:cubicBezTo>
                  <a:cubicBezTo>
                    <a:pt x="5715" y="951"/>
                    <a:pt x="5721" y="955"/>
                    <a:pt x="5726" y="955"/>
                  </a:cubicBezTo>
                  <a:cubicBezTo>
                    <a:pt x="5730" y="958"/>
                    <a:pt x="5734" y="960"/>
                    <a:pt x="5738" y="962"/>
                  </a:cubicBezTo>
                  <a:cubicBezTo>
                    <a:pt x="5743" y="966"/>
                    <a:pt x="5749" y="968"/>
                    <a:pt x="5753" y="970"/>
                  </a:cubicBezTo>
                  <a:cubicBezTo>
                    <a:pt x="5753" y="973"/>
                    <a:pt x="5756" y="973"/>
                    <a:pt x="5756" y="973"/>
                  </a:cubicBezTo>
                  <a:cubicBezTo>
                    <a:pt x="5794" y="996"/>
                    <a:pt x="5813" y="1024"/>
                    <a:pt x="5833" y="1039"/>
                  </a:cubicBezTo>
                  <a:lnTo>
                    <a:pt x="5833" y="1037"/>
                  </a:lnTo>
                  <a:cubicBezTo>
                    <a:pt x="5863" y="1065"/>
                    <a:pt x="5903" y="1082"/>
                    <a:pt x="5948" y="1082"/>
                  </a:cubicBezTo>
                  <a:cubicBezTo>
                    <a:pt x="6049" y="1082"/>
                    <a:pt x="6130" y="1000"/>
                    <a:pt x="6130" y="900"/>
                  </a:cubicBezTo>
                  <a:cubicBezTo>
                    <a:pt x="6130" y="799"/>
                    <a:pt x="6049" y="720"/>
                    <a:pt x="5948" y="720"/>
                  </a:cubicBezTo>
                  <a:cubicBezTo>
                    <a:pt x="5903" y="720"/>
                    <a:pt x="5863" y="735"/>
                    <a:pt x="5833" y="763"/>
                  </a:cubicBezTo>
                  <a:lnTo>
                    <a:pt x="5833" y="763"/>
                  </a:lnTo>
                  <a:cubicBezTo>
                    <a:pt x="5813" y="776"/>
                    <a:pt x="5794" y="803"/>
                    <a:pt x="5756" y="827"/>
                  </a:cubicBezTo>
                  <a:cubicBezTo>
                    <a:pt x="5756" y="829"/>
                    <a:pt x="5756" y="829"/>
                    <a:pt x="5753" y="829"/>
                  </a:cubicBezTo>
                  <a:cubicBezTo>
                    <a:pt x="5749" y="831"/>
                    <a:pt x="5743" y="836"/>
                    <a:pt x="5738" y="838"/>
                  </a:cubicBezTo>
                  <a:cubicBezTo>
                    <a:pt x="5734" y="840"/>
                    <a:pt x="5730" y="842"/>
                    <a:pt x="5726" y="844"/>
                  </a:cubicBezTo>
                  <a:cubicBezTo>
                    <a:pt x="5721" y="846"/>
                    <a:pt x="5717" y="848"/>
                    <a:pt x="5711" y="851"/>
                  </a:cubicBezTo>
                  <a:cubicBezTo>
                    <a:pt x="5561" y="910"/>
                    <a:pt x="5338" y="870"/>
                    <a:pt x="5212" y="630"/>
                  </a:cubicBezTo>
                  <a:lnTo>
                    <a:pt x="5212" y="630"/>
                  </a:lnTo>
                  <a:cubicBezTo>
                    <a:pt x="5109" y="409"/>
                    <a:pt x="4886" y="257"/>
                    <a:pt x="4627" y="257"/>
                  </a:cubicBezTo>
                  <a:cubicBezTo>
                    <a:pt x="4363" y="257"/>
                    <a:pt x="4136" y="416"/>
                    <a:pt x="4038" y="645"/>
                  </a:cubicBezTo>
                  <a:lnTo>
                    <a:pt x="4038" y="645"/>
                  </a:lnTo>
                  <a:cubicBezTo>
                    <a:pt x="3899" y="973"/>
                    <a:pt x="3494" y="925"/>
                    <a:pt x="3485" y="611"/>
                  </a:cubicBezTo>
                  <a:lnTo>
                    <a:pt x="3485" y="266"/>
                  </a:lnTo>
                  <a:cubicBezTo>
                    <a:pt x="3485" y="120"/>
                    <a:pt x="3368" y="0"/>
                    <a:pt x="3220" y="0"/>
                  </a:cubicBezTo>
                  <a:lnTo>
                    <a:pt x="266" y="0"/>
                  </a:lnTo>
                  <a:cubicBezTo>
                    <a:pt x="121" y="0"/>
                    <a:pt x="1" y="120"/>
                    <a:pt x="1" y="266"/>
                  </a:cubicBezTo>
                  <a:lnTo>
                    <a:pt x="1" y="1534"/>
                  </a:lnTo>
                  <a:cubicBezTo>
                    <a:pt x="1" y="1679"/>
                    <a:pt x="121" y="1799"/>
                    <a:pt x="266" y="1799"/>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4501" name="Google Shape;4501;p35"/>
            <p:cNvSpPr/>
            <p:nvPr/>
          </p:nvSpPr>
          <p:spPr>
            <a:xfrm flipH="1">
              <a:off x="4501248" y="2431064"/>
              <a:ext cx="4096627" cy="855945"/>
            </a:xfrm>
            <a:custGeom>
              <a:avLst/>
              <a:gdLst/>
              <a:ahLst/>
              <a:cxnLst/>
              <a:rect l="l" t="t" r="r" b="b"/>
              <a:pathLst>
                <a:path w="6131" h="1800" extrusionOk="0">
                  <a:moveTo>
                    <a:pt x="266" y="1799"/>
                  </a:moveTo>
                  <a:lnTo>
                    <a:pt x="3220" y="1799"/>
                  </a:lnTo>
                  <a:cubicBezTo>
                    <a:pt x="3368" y="1799"/>
                    <a:pt x="3485" y="1679"/>
                    <a:pt x="3485" y="1534"/>
                  </a:cubicBezTo>
                  <a:lnTo>
                    <a:pt x="3485" y="1189"/>
                  </a:lnTo>
                  <a:cubicBezTo>
                    <a:pt x="3494" y="874"/>
                    <a:pt x="3899" y="827"/>
                    <a:pt x="4036" y="1155"/>
                  </a:cubicBezTo>
                  <a:lnTo>
                    <a:pt x="4036" y="1155"/>
                  </a:lnTo>
                  <a:cubicBezTo>
                    <a:pt x="4136" y="1384"/>
                    <a:pt x="4363" y="1544"/>
                    <a:pt x="4627" y="1544"/>
                  </a:cubicBezTo>
                  <a:cubicBezTo>
                    <a:pt x="4886" y="1544"/>
                    <a:pt x="5109" y="1390"/>
                    <a:pt x="5212" y="1170"/>
                  </a:cubicBezTo>
                  <a:lnTo>
                    <a:pt x="5212" y="1172"/>
                  </a:lnTo>
                  <a:cubicBezTo>
                    <a:pt x="5338" y="930"/>
                    <a:pt x="5561" y="889"/>
                    <a:pt x="5711" y="949"/>
                  </a:cubicBezTo>
                  <a:cubicBezTo>
                    <a:pt x="5715" y="951"/>
                    <a:pt x="5721" y="955"/>
                    <a:pt x="5726" y="955"/>
                  </a:cubicBezTo>
                  <a:cubicBezTo>
                    <a:pt x="5730" y="958"/>
                    <a:pt x="5734" y="960"/>
                    <a:pt x="5738" y="962"/>
                  </a:cubicBezTo>
                  <a:cubicBezTo>
                    <a:pt x="5743" y="966"/>
                    <a:pt x="5749" y="968"/>
                    <a:pt x="5753" y="970"/>
                  </a:cubicBezTo>
                  <a:cubicBezTo>
                    <a:pt x="5753" y="973"/>
                    <a:pt x="5756" y="973"/>
                    <a:pt x="5756" y="973"/>
                  </a:cubicBezTo>
                  <a:cubicBezTo>
                    <a:pt x="5794" y="996"/>
                    <a:pt x="5813" y="1024"/>
                    <a:pt x="5833" y="1039"/>
                  </a:cubicBezTo>
                  <a:lnTo>
                    <a:pt x="5833" y="1037"/>
                  </a:lnTo>
                  <a:cubicBezTo>
                    <a:pt x="5863" y="1065"/>
                    <a:pt x="5903" y="1082"/>
                    <a:pt x="5948" y="1082"/>
                  </a:cubicBezTo>
                  <a:cubicBezTo>
                    <a:pt x="6049" y="1082"/>
                    <a:pt x="6130" y="1000"/>
                    <a:pt x="6130" y="900"/>
                  </a:cubicBezTo>
                  <a:cubicBezTo>
                    <a:pt x="6130" y="799"/>
                    <a:pt x="6049" y="720"/>
                    <a:pt x="5948" y="720"/>
                  </a:cubicBezTo>
                  <a:cubicBezTo>
                    <a:pt x="5903" y="720"/>
                    <a:pt x="5863" y="735"/>
                    <a:pt x="5833" y="763"/>
                  </a:cubicBezTo>
                  <a:lnTo>
                    <a:pt x="5833" y="763"/>
                  </a:lnTo>
                  <a:cubicBezTo>
                    <a:pt x="5813" y="776"/>
                    <a:pt x="5794" y="803"/>
                    <a:pt x="5756" y="827"/>
                  </a:cubicBezTo>
                  <a:cubicBezTo>
                    <a:pt x="5756" y="829"/>
                    <a:pt x="5756" y="829"/>
                    <a:pt x="5753" y="829"/>
                  </a:cubicBezTo>
                  <a:cubicBezTo>
                    <a:pt x="5749" y="831"/>
                    <a:pt x="5743" y="836"/>
                    <a:pt x="5738" y="838"/>
                  </a:cubicBezTo>
                  <a:cubicBezTo>
                    <a:pt x="5734" y="840"/>
                    <a:pt x="5730" y="842"/>
                    <a:pt x="5726" y="844"/>
                  </a:cubicBezTo>
                  <a:cubicBezTo>
                    <a:pt x="5721" y="846"/>
                    <a:pt x="5717" y="848"/>
                    <a:pt x="5711" y="851"/>
                  </a:cubicBezTo>
                  <a:cubicBezTo>
                    <a:pt x="5561" y="910"/>
                    <a:pt x="5338" y="870"/>
                    <a:pt x="5212" y="630"/>
                  </a:cubicBezTo>
                  <a:lnTo>
                    <a:pt x="5212" y="630"/>
                  </a:lnTo>
                  <a:cubicBezTo>
                    <a:pt x="5109" y="409"/>
                    <a:pt x="4886" y="257"/>
                    <a:pt x="4627" y="257"/>
                  </a:cubicBezTo>
                  <a:cubicBezTo>
                    <a:pt x="4363" y="257"/>
                    <a:pt x="4136" y="416"/>
                    <a:pt x="4038" y="645"/>
                  </a:cubicBezTo>
                  <a:lnTo>
                    <a:pt x="4038" y="645"/>
                  </a:lnTo>
                  <a:cubicBezTo>
                    <a:pt x="3899" y="973"/>
                    <a:pt x="3494" y="925"/>
                    <a:pt x="3485" y="611"/>
                  </a:cubicBezTo>
                  <a:lnTo>
                    <a:pt x="3485" y="266"/>
                  </a:lnTo>
                  <a:cubicBezTo>
                    <a:pt x="3485" y="120"/>
                    <a:pt x="3368" y="0"/>
                    <a:pt x="3220" y="0"/>
                  </a:cubicBezTo>
                  <a:lnTo>
                    <a:pt x="266" y="0"/>
                  </a:lnTo>
                  <a:cubicBezTo>
                    <a:pt x="121" y="0"/>
                    <a:pt x="1" y="120"/>
                    <a:pt x="1" y="266"/>
                  </a:cubicBezTo>
                  <a:lnTo>
                    <a:pt x="1" y="1534"/>
                  </a:lnTo>
                  <a:cubicBezTo>
                    <a:pt x="1" y="1679"/>
                    <a:pt x="121" y="1799"/>
                    <a:pt x="266" y="1799"/>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4502" name="Google Shape;4502;p35"/>
            <p:cNvSpPr/>
            <p:nvPr/>
          </p:nvSpPr>
          <p:spPr>
            <a:xfrm flipH="1">
              <a:off x="4501248" y="1297400"/>
              <a:ext cx="4096627" cy="855945"/>
            </a:xfrm>
            <a:custGeom>
              <a:avLst/>
              <a:gdLst/>
              <a:ahLst/>
              <a:cxnLst/>
              <a:rect l="l" t="t" r="r" b="b"/>
              <a:pathLst>
                <a:path w="6131" h="1800" extrusionOk="0">
                  <a:moveTo>
                    <a:pt x="266" y="1799"/>
                  </a:moveTo>
                  <a:lnTo>
                    <a:pt x="3220" y="1799"/>
                  </a:lnTo>
                  <a:cubicBezTo>
                    <a:pt x="3368" y="1799"/>
                    <a:pt x="3485" y="1679"/>
                    <a:pt x="3485" y="1534"/>
                  </a:cubicBezTo>
                  <a:lnTo>
                    <a:pt x="3485" y="1189"/>
                  </a:lnTo>
                  <a:cubicBezTo>
                    <a:pt x="3494" y="874"/>
                    <a:pt x="3899" y="827"/>
                    <a:pt x="4036" y="1155"/>
                  </a:cubicBezTo>
                  <a:lnTo>
                    <a:pt x="4036" y="1155"/>
                  </a:lnTo>
                  <a:cubicBezTo>
                    <a:pt x="4136" y="1384"/>
                    <a:pt x="4363" y="1544"/>
                    <a:pt x="4627" y="1544"/>
                  </a:cubicBezTo>
                  <a:cubicBezTo>
                    <a:pt x="4886" y="1544"/>
                    <a:pt x="5109" y="1390"/>
                    <a:pt x="5212" y="1170"/>
                  </a:cubicBezTo>
                  <a:lnTo>
                    <a:pt x="5212" y="1172"/>
                  </a:lnTo>
                  <a:cubicBezTo>
                    <a:pt x="5338" y="930"/>
                    <a:pt x="5561" y="889"/>
                    <a:pt x="5711" y="949"/>
                  </a:cubicBezTo>
                  <a:cubicBezTo>
                    <a:pt x="5715" y="951"/>
                    <a:pt x="5721" y="955"/>
                    <a:pt x="5726" y="955"/>
                  </a:cubicBezTo>
                  <a:cubicBezTo>
                    <a:pt x="5730" y="958"/>
                    <a:pt x="5734" y="960"/>
                    <a:pt x="5738" y="962"/>
                  </a:cubicBezTo>
                  <a:cubicBezTo>
                    <a:pt x="5743" y="966"/>
                    <a:pt x="5749" y="968"/>
                    <a:pt x="5753" y="970"/>
                  </a:cubicBezTo>
                  <a:cubicBezTo>
                    <a:pt x="5753" y="973"/>
                    <a:pt x="5756" y="973"/>
                    <a:pt x="5756" y="973"/>
                  </a:cubicBezTo>
                  <a:cubicBezTo>
                    <a:pt x="5794" y="996"/>
                    <a:pt x="5813" y="1024"/>
                    <a:pt x="5833" y="1039"/>
                  </a:cubicBezTo>
                  <a:lnTo>
                    <a:pt x="5833" y="1037"/>
                  </a:lnTo>
                  <a:cubicBezTo>
                    <a:pt x="5863" y="1065"/>
                    <a:pt x="5903" y="1082"/>
                    <a:pt x="5948" y="1082"/>
                  </a:cubicBezTo>
                  <a:cubicBezTo>
                    <a:pt x="6049" y="1082"/>
                    <a:pt x="6130" y="1000"/>
                    <a:pt x="6130" y="900"/>
                  </a:cubicBezTo>
                  <a:cubicBezTo>
                    <a:pt x="6130" y="799"/>
                    <a:pt x="6049" y="720"/>
                    <a:pt x="5948" y="720"/>
                  </a:cubicBezTo>
                  <a:cubicBezTo>
                    <a:pt x="5903" y="720"/>
                    <a:pt x="5863" y="735"/>
                    <a:pt x="5833" y="763"/>
                  </a:cubicBezTo>
                  <a:lnTo>
                    <a:pt x="5833" y="763"/>
                  </a:lnTo>
                  <a:cubicBezTo>
                    <a:pt x="5813" y="776"/>
                    <a:pt x="5794" y="803"/>
                    <a:pt x="5756" y="827"/>
                  </a:cubicBezTo>
                  <a:cubicBezTo>
                    <a:pt x="5756" y="829"/>
                    <a:pt x="5756" y="829"/>
                    <a:pt x="5753" y="829"/>
                  </a:cubicBezTo>
                  <a:cubicBezTo>
                    <a:pt x="5749" y="831"/>
                    <a:pt x="5743" y="836"/>
                    <a:pt x="5738" y="838"/>
                  </a:cubicBezTo>
                  <a:cubicBezTo>
                    <a:pt x="5734" y="840"/>
                    <a:pt x="5730" y="842"/>
                    <a:pt x="5726" y="844"/>
                  </a:cubicBezTo>
                  <a:cubicBezTo>
                    <a:pt x="5721" y="846"/>
                    <a:pt x="5717" y="848"/>
                    <a:pt x="5711" y="851"/>
                  </a:cubicBezTo>
                  <a:cubicBezTo>
                    <a:pt x="5561" y="910"/>
                    <a:pt x="5338" y="870"/>
                    <a:pt x="5212" y="630"/>
                  </a:cubicBezTo>
                  <a:lnTo>
                    <a:pt x="5212" y="630"/>
                  </a:lnTo>
                  <a:cubicBezTo>
                    <a:pt x="5109" y="409"/>
                    <a:pt x="4886" y="257"/>
                    <a:pt x="4627" y="257"/>
                  </a:cubicBezTo>
                  <a:cubicBezTo>
                    <a:pt x="4363" y="257"/>
                    <a:pt x="4136" y="416"/>
                    <a:pt x="4038" y="645"/>
                  </a:cubicBezTo>
                  <a:lnTo>
                    <a:pt x="4038" y="645"/>
                  </a:lnTo>
                  <a:cubicBezTo>
                    <a:pt x="3899" y="973"/>
                    <a:pt x="3494" y="925"/>
                    <a:pt x="3485" y="611"/>
                  </a:cubicBezTo>
                  <a:lnTo>
                    <a:pt x="3485" y="266"/>
                  </a:lnTo>
                  <a:cubicBezTo>
                    <a:pt x="3485" y="120"/>
                    <a:pt x="3368" y="0"/>
                    <a:pt x="3220" y="0"/>
                  </a:cubicBezTo>
                  <a:lnTo>
                    <a:pt x="266" y="0"/>
                  </a:lnTo>
                  <a:cubicBezTo>
                    <a:pt x="121" y="0"/>
                    <a:pt x="1" y="120"/>
                    <a:pt x="1" y="266"/>
                  </a:cubicBezTo>
                  <a:lnTo>
                    <a:pt x="1" y="1534"/>
                  </a:lnTo>
                  <a:cubicBezTo>
                    <a:pt x="1" y="1679"/>
                    <a:pt x="121" y="1799"/>
                    <a:pt x="266" y="1799"/>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4503" name="Google Shape;4503;p35"/>
            <p:cNvSpPr/>
            <p:nvPr/>
          </p:nvSpPr>
          <p:spPr>
            <a:xfrm>
              <a:off x="574400" y="1799250"/>
              <a:ext cx="4096627" cy="855963"/>
            </a:xfrm>
            <a:custGeom>
              <a:avLst/>
              <a:gdLst/>
              <a:ahLst/>
              <a:cxnLst/>
              <a:rect l="l" t="t" r="r" b="b"/>
              <a:pathLst>
                <a:path w="6131" h="1800" extrusionOk="0">
                  <a:moveTo>
                    <a:pt x="266" y="1799"/>
                  </a:moveTo>
                  <a:lnTo>
                    <a:pt x="3220" y="1799"/>
                  </a:lnTo>
                  <a:cubicBezTo>
                    <a:pt x="3368" y="1799"/>
                    <a:pt x="3485" y="1679"/>
                    <a:pt x="3485" y="1534"/>
                  </a:cubicBezTo>
                  <a:lnTo>
                    <a:pt x="3485" y="1189"/>
                  </a:lnTo>
                  <a:cubicBezTo>
                    <a:pt x="3494" y="874"/>
                    <a:pt x="3899" y="827"/>
                    <a:pt x="4036" y="1155"/>
                  </a:cubicBezTo>
                  <a:lnTo>
                    <a:pt x="4036" y="1155"/>
                  </a:lnTo>
                  <a:cubicBezTo>
                    <a:pt x="4136" y="1384"/>
                    <a:pt x="4363" y="1544"/>
                    <a:pt x="4627" y="1544"/>
                  </a:cubicBezTo>
                  <a:cubicBezTo>
                    <a:pt x="4886" y="1544"/>
                    <a:pt x="5109" y="1390"/>
                    <a:pt x="5212" y="1170"/>
                  </a:cubicBezTo>
                  <a:lnTo>
                    <a:pt x="5212" y="1172"/>
                  </a:lnTo>
                  <a:cubicBezTo>
                    <a:pt x="5338" y="930"/>
                    <a:pt x="5561" y="889"/>
                    <a:pt x="5711" y="949"/>
                  </a:cubicBezTo>
                  <a:cubicBezTo>
                    <a:pt x="5715" y="951"/>
                    <a:pt x="5721" y="955"/>
                    <a:pt x="5726" y="955"/>
                  </a:cubicBezTo>
                  <a:cubicBezTo>
                    <a:pt x="5730" y="958"/>
                    <a:pt x="5734" y="960"/>
                    <a:pt x="5738" y="962"/>
                  </a:cubicBezTo>
                  <a:cubicBezTo>
                    <a:pt x="5743" y="966"/>
                    <a:pt x="5749" y="968"/>
                    <a:pt x="5753" y="970"/>
                  </a:cubicBezTo>
                  <a:cubicBezTo>
                    <a:pt x="5753" y="973"/>
                    <a:pt x="5756" y="973"/>
                    <a:pt x="5756" y="973"/>
                  </a:cubicBezTo>
                  <a:cubicBezTo>
                    <a:pt x="5794" y="996"/>
                    <a:pt x="5813" y="1024"/>
                    <a:pt x="5833" y="1039"/>
                  </a:cubicBezTo>
                  <a:lnTo>
                    <a:pt x="5833" y="1037"/>
                  </a:lnTo>
                  <a:cubicBezTo>
                    <a:pt x="5863" y="1065"/>
                    <a:pt x="5903" y="1082"/>
                    <a:pt x="5948" y="1082"/>
                  </a:cubicBezTo>
                  <a:cubicBezTo>
                    <a:pt x="6049" y="1082"/>
                    <a:pt x="6130" y="1000"/>
                    <a:pt x="6130" y="900"/>
                  </a:cubicBezTo>
                  <a:cubicBezTo>
                    <a:pt x="6130" y="799"/>
                    <a:pt x="6049" y="720"/>
                    <a:pt x="5948" y="720"/>
                  </a:cubicBezTo>
                  <a:cubicBezTo>
                    <a:pt x="5903" y="720"/>
                    <a:pt x="5863" y="735"/>
                    <a:pt x="5833" y="763"/>
                  </a:cubicBezTo>
                  <a:lnTo>
                    <a:pt x="5833" y="763"/>
                  </a:lnTo>
                  <a:cubicBezTo>
                    <a:pt x="5813" y="776"/>
                    <a:pt x="5794" y="803"/>
                    <a:pt x="5756" y="827"/>
                  </a:cubicBezTo>
                  <a:cubicBezTo>
                    <a:pt x="5756" y="829"/>
                    <a:pt x="5756" y="829"/>
                    <a:pt x="5753" y="829"/>
                  </a:cubicBezTo>
                  <a:cubicBezTo>
                    <a:pt x="5749" y="831"/>
                    <a:pt x="5743" y="836"/>
                    <a:pt x="5738" y="838"/>
                  </a:cubicBezTo>
                  <a:cubicBezTo>
                    <a:pt x="5734" y="840"/>
                    <a:pt x="5730" y="842"/>
                    <a:pt x="5726" y="844"/>
                  </a:cubicBezTo>
                  <a:cubicBezTo>
                    <a:pt x="5721" y="846"/>
                    <a:pt x="5717" y="848"/>
                    <a:pt x="5711" y="851"/>
                  </a:cubicBezTo>
                  <a:cubicBezTo>
                    <a:pt x="5561" y="910"/>
                    <a:pt x="5338" y="870"/>
                    <a:pt x="5212" y="630"/>
                  </a:cubicBezTo>
                  <a:lnTo>
                    <a:pt x="5212" y="630"/>
                  </a:lnTo>
                  <a:cubicBezTo>
                    <a:pt x="5109" y="409"/>
                    <a:pt x="4886" y="257"/>
                    <a:pt x="4627" y="257"/>
                  </a:cubicBezTo>
                  <a:cubicBezTo>
                    <a:pt x="4363" y="257"/>
                    <a:pt x="4136" y="416"/>
                    <a:pt x="4038" y="645"/>
                  </a:cubicBezTo>
                  <a:lnTo>
                    <a:pt x="4038" y="645"/>
                  </a:lnTo>
                  <a:cubicBezTo>
                    <a:pt x="3899" y="973"/>
                    <a:pt x="3494" y="925"/>
                    <a:pt x="3485" y="611"/>
                  </a:cubicBezTo>
                  <a:lnTo>
                    <a:pt x="3485" y="266"/>
                  </a:lnTo>
                  <a:cubicBezTo>
                    <a:pt x="3485" y="120"/>
                    <a:pt x="3368" y="0"/>
                    <a:pt x="3220" y="0"/>
                  </a:cubicBezTo>
                  <a:lnTo>
                    <a:pt x="266" y="0"/>
                  </a:lnTo>
                  <a:cubicBezTo>
                    <a:pt x="121" y="0"/>
                    <a:pt x="1" y="120"/>
                    <a:pt x="1" y="266"/>
                  </a:cubicBezTo>
                  <a:lnTo>
                    <a:pt x="1" y="1534"/>
                  </a:lnTo>
                  <a:cubicBezTo>
                    <a:pt x="1" y="1679"/>
                    <a:pt x="121" y="1799"/>
                    <a:pt x="266" y="1799"/>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4505" name="Google Shape;4505;p35"/>
            <p:cNvSpPr/>
            <p:nvPr/>
          </p:nvSpPr>
          <p:spPr>
            <a:xfrm>
              <a:off x="574400" y="2934892"/>
              <a:ext cx="4096627" cy="855963"/>
            </a:xfrm>
            <a:custGeom>
              <a:avLst/>
              <a:gdLst/>
              <a:ahLst/>
              <a:cxnLst/>
              <a:rect l="l" t="t" r="r" b="b"/>
              <a:pathLst>
                <a:path w="6131" h="1800" extrusionOk="0">
                  <a:moveTo>
                    <a:pt x="266" y="1799"/>
                  </a:moveTo>
                  <a:lnTo>
                    <a:pt x="3220" y="1799"/>
                  </a:lnTo>
                  <a:cubicBezTo>
                    <a:pt x="3368" y="1799"/>
                    <a:pt x="3485" y="1679"/>
                    <a:pt x="3485" y="1534"/>
                  </a:cubicBezTo>
                  <a:lnTo>
                    <a:pt x="3485" y="1189"/>
                  </a:lnTo>
                  <a:cubicBezTo>
                    <a:pt x="3494" y="874"/>
                    <a:pt x="3899" y="827"/>
                    <a:pt x="4036" y="1155"/>
                  </a:cubicBezTo>
                  <a:lnTo>
                    <a:pt x="4036" y="1155"/>
                  </a:lnTo>
                  <a:cubicBezTo>
                    <a:pt x="4136" y="1384"/>
                    <a:pt x="4363" y="1544"/>
                    <a:pt x="4627" y="1544"/>
                  </a:cubicBezTo>
                  <a:cubicBezTo>
                    <a:pt x="4886" y="1544"/>
                    <a:pt x="5109" y="1390"/>
                    <a:pt x="5212" y="1170"/>
                  </a:cubicBezTo>
                  <a:lnTo>
                    <a:pt x="5212" y="1172"/>
                  </a:lnTo>
                  <a:cubicBezTo>
                    <a:pt x="5338" y="930"/>
                    <a:pt x="5561" y="889"/>
                    <a:pt x="5711" y="949"/>
                  </a:cubicBezTo>
                  <a:cubicBezTo>
                    <a:pt x="5715" y="951"/>
                    <a:pt x="5721" y="955"/>
                    <a:pt x="5726" y="955"/>
                  </a:cubicBezTo>
                  <a:cubicBezTo>
                    <a:pt x="5730" y="958"/>
                    <a:pt x="5734" y="960"/>
                    <a:pt x="5738" y="962"/>
                  </a:cubicBezTo>
                  <a:cubicBezTo>
                    <a:pt x="5743" y="966"/>
                    <a:pt x="5749" y="968"/>
                    <a:pt x="5753" y="970"/>
                  </a:cubicBezTo>
                  <a:cubicBezTo>
                    <a:pt x="5753" y="973"/>
                    <a:pt x="5756" y="973"/>
                    <a:pt x="5756" y="973"/>
                  </a:cubicBezTo>
                  <a:cubicBezTo>
                    <a:pt x="5794" y="996"/>
                    <a:pt x="5813" y="1024"/>
                    <a:pt x="5833" y="1039"/>
                  </a:cubicBezTo>
                  <a:lnTo>
                    <a:pt x="5833" y="1037"/>
                  </a:lnTo>
                  <a:cubicBezTo>
                    <a:pt x="5863" y="1065"/>
                    <a:pt x="5903" y="1082"/>
                    <a:pt x="5948" y="1082"/>
                  </a:cubicBezTo>
                  <a:cubicBezTo>
                    <a:pt x="6049" y="1082"/>
                    <a:pt x="6130" y="1000"/>
                    <a:pt x="6130" y="900"/>
                  </a:cubicBezTo>
                  <a:cubicBezTo>
                    <a:pt x="6130" y="799"/>
                    <a:pt x="6049" y="720"/>
                    <a:pt x="5948" y="720"/>
                  </a:cubicBezTo>
                  <a:cubicBezTo>
                    <a:pt x="5903" y="720"/>
                    <a:pt x="5863" y="735"/>
                    <a:pt x="5833" y="763"/>
                  </a:cubicBezTo>
                  <a:lnTo>
                    <a:pt x="5833" y="763"/>
                  </a:lnTo>
                  <a:cubicBezTo>
                    <a:pt x="5813" y="776"/>
                    <a:pt x="5794" y="803"/>
                    <a:pt x="5756" y="827"/>
                  </a:cubicBezTo>
                  <a:cubicBezTo>
                    <a:pt x="5756" y="829"/>
                    <a:pt x="5756" y="829"/>
                    <a:pt x="5753" y="829"/>
                  </a:cubicBezTo>
                  <a:cubicBezTo>
                    <a:pt x="5749" y="831"/>
                    <a:pt x="5743" y="836"/>
                    <a:pt x="5738" y="838"/>
                  </a:cubicBezTo>
                  <a:cubicBezTo>
                    <a:pt x="5734" y="840"/>
                    <a:pt x="5730" y="842"/>
                    <a:pt x="5726" y="844"/>
                  </a:cubicBezTo>
                  <a:cubicBezTo>
                    <a:pt x="5721" y="846"/>
                    <a:pt x="5717" y="848"/>
                    <a:pt x="5711" y="851"/>
                  </a:cubicBezTo>
                  <a:cubicBezTo>
                    <a:pt x="5561" y="910"/>
                    <a:pt x="5338" y="870"/>
                    <a:pt x="5212" y="630"/>
                  </a:cubicBezTo>
                  <a:lnTo>
                    <a:pt x="5212" y="630"/>
                  </a:lnTo>
                  <a:cubicBezTo>
                    <a:pt x="5109" y="409"/>
                    <a:pt x="4886" y="257"/>
                    <a:pt x="4627" y="257"/>
                  </a:cubicBezTo>
                  <a:cubicBezTo>
                    <a:pt x="4363" y="257"/>
                    <a:pt x="4136" y="416"/>
                    <a:pt x="4038" y="645"/>
                  </a:cubicBezTo>
                  <a:lnTo>
                    <a:pt x="4038" y="645"/>
                  </a:lnTo>
                  <a:cubicBezTo>
                    <a:pt x="3899" y="973"/>
                    <a:pt x="3494" y="925"/>
                    <a:pt x="3485" y="611"/>
                  </a:cubicBezTo>
                  <a:lnTo>
                    <a:pt x="3485" y="266"/>
                  </a:lnTo>
                  <a:cubicBezTo>
                    <a:pt x="3485" y="120"/>
                    <a:pt x="3368" y="0"/>
                    <a:pt x="3220" y="0"/>
                  </a:cubicBezTo>
                  <a:lnTo>
                    <a:pt x="266" y="0"/>
                  </a:lnTo>
                  <a:cubicBezTo>
                    <a:pt x="121" y="0"/>
                    <a:pt x="1" y="120"/>
                    <a:pt x="1" y="266"/>
                  </a:cubicBezTo>
                  <a:lnTo>
                    <a:pt x="1" y="1534"/>
                  </a:lnTo>
                  <a:cubicBezTo>
                    <a:pt x="1" y="1679"/>
                    <a:pt x="121" y="1799"/>
                    <a:pt x="266" y="1799"/>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4506" name="Google Shape;4506;p35"/>
            <p:cNvSpPr/>
            <p:nvPr/>
          </p:nvSpPr>
          <p:spPr>
            <a:xfrm>
              <a:off x="5317179" y="2675704"/>
              <a:ext cx="361488" cy="361490"/>
            </a:xfrm>
            <a:custGeom>
              <a:avLst/>
              <a:gdLst/>
              <a:ahLst/>
              <a:cxnLst/>
              <a:rect l="l" t="t" r="r" b="b"/>
              <a:pathLst>
                <a:path w="1055" h="1055" extrusionOk="0">
                  <a:moveTo>
                    <a:pt x="1054" y="528"/>
                  </a:moveTo>
                  <a:cubicBezTo>
                    <a:pt x="1054" y="819"/>
                    <a:pt x="819" y="1055"/>
                    <a:pt x="527" y="1055"/>
                  </a:cubicBezTo>
                  <a:cubicBezTo>
                    <a:pt x="236" y="1055"/>
                    <a:pt x="0" y="819"/>
                    <a:pt x="0" y="528"/>
                  </a:cubicBezTo>
                  <a:cubicBezTo>
                    <a:pt x="0" y="239"/>
                    <a:pt x="236" y="1"/>
                    <a:pt x="527" y="1"/>
                  </a:cubicBezTo>
                  <a:cubicBezTo>
                    <a:pt x="819" y="1"/>
                    <a:pt x="1054" y="239"/>
                    <a:pt x="1054" y="528"/>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sp>
          <p:nvSpPr>
            <p:cNvPr id="4507" name="Google Shape;4507;p35"/>
            <p:cNvSpPr/>
            <p:nvPr/>
          </p:nvSpPr>
          <p:spPr>
            <a:xfrm>
              <a:off x="4555210" y="2824069"/>
              <a:ext cx="65102" cy="65103"/>
            </a:xfrm>
            <a:custGeom>
              <a:avLst/>
              <a:gdLst/>
              <a:ahLst/>
              <a:cxnLst/>
              <a:rect l="l" t="t" r="r" b="b"/>
              <a:pathLst>
                <a:path w="190" h="190" extrusionOk="0">
                  <a:moveTo>
                    <a:pt x="189" y="95"/>
                  </a:moveTo>
                  <a:cubicBezTo>
                    <a:pt x="189" y="148"/>
                    <a:pt x="146" y="189"/>
                    <a:pt x="95" y="189"/>
                  </a:cubicBezTo>
                  <a:cubicBezTo>
                    <a:pt x="43" y="189"/>
                    <a:pt x="1" y="148"/>
                    <a:pt x="1" y="95"/>
                  </a:cubicBezTo>
                  <a:cubicBezTo>
                    <a:pt x="1" y="43"/>
                    <a:pt x="43" y="1"/>
                    <a:pt x="95" y="1"/>
                  </a:cubicBezTo>
                  <a:cubicBezTo>
                    <a:pt x="146" y="1"/>
                    <a:pt x="189" y="43"/>
                    <a:pt x="189" y="95"/>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sp>
          <p:nvSpPr>
            <p:cNvPr id="4508" name="Google Shape;4508;p35"/>
            <p:cNvSpPr/>
            <p:nvPr/>
          </p:nvSpPr>
          <p:spPr>
            <a:xfrm>
              <a:off x="5374400" y="2733268"/>
              <a:ext cx="247045" cy="242935"/>
            </a:xfrm>
            <a:custGeom>
              <a:avLst/>
              <a:gdLst/>
              <a:ahLst/>
              <a:cxnLst/>
              <a:rect l="l" t="t" r="r" b="b"/>
              <a:pathLst>
                <a:path w="721" h="709" extrusionOk="0">
                  <a:moveTo>
                    <a:pt x="667" y="193"/>
                  </a:moveTo>
                  <a:cubicBezTo>
                    <a:pt x="622" y="111"/>
                    <a:pt x="547" y="51"/>
                    <a:pt x="459" y="26"/>
                  </a:cubicBezTo>
                  <a:cubicBezTo>
                    <a:pt x="369" y="0"/>
                    <a:pt x="275" y="11"/>
                    <a:pt x="193" y="54"/>
                  </a:cubicBezTo>
                  <a:cubicBezTo>
                    <a:pt x="112" y="99"/>
                    <a:pt x="52" y="174"/>
                    <a:pt x="26" y="261"/>
                  </a:cubicBezTo>
                  <a:cubicBezTo>
                    <a:pt x="1" y="351"/>
                    <a:pt x="11" y="446"/>
                    <a:pt x="56" y="527"/>
                  </a:cubicBezTo>
                  <a:cubicBezTo>
                    <a:pt x="101" y="608"/>
                    <a:pt x="174" y="668"/>
                    <a:pt x="264" y="694"/>
                  </a:cubicBezTo>
                  <a:cubicBezTo>
                    <a:pt x="288" y="700"/>
                    <a:pt x="311" y="705"/>
                    <a:pt x="337" y="707"/>
                  </a:cubicBezTo>
                  <a:cubicBezTo>
                    <a:pt x="343" y="709"/>
                    <a:pt x="352" y="709"/>
                    <a:pt x="360" y="709"/>
                  </a:cubicBezTo>
                  <a:cubicBezTo>
                    <a:pt x="369" y="709"/>
                    <a:pt x="377" y="709"/>
                    <a:pt x="386" y="707"/>
                  </a:cubicBezTo>
                  <a:cubicBezTo>
                    <a:pt x="435" y="703"/>
                    <a:pt x="485" y="690"/>
                    <a:pt x="527" y="666"/>
                  </a:cubicBezTo>
                  <a:cubicBezTo>
                    <a:pt x="611" y="621"/>
                    <a:pt x="669" y="546"/>
                    <a:pt x="694" y="458"/>
                  </a:cubicBezTo>
                  <a:cubicBezTo>
                    <a:pt x="720" y="368"/>
                    <a:pt x="712" y="274"/>
                    <a:pt x="667" y="193"/>
                  </a:cubicBezTo>
                  <a:close/>
                  <a:moveTo>
                    <a:pt x="684" y="349"/>
                  </a:moveTo>
                  <a:lnTo>
                    <a:pt x="566" y="349"/>
                  </a:lnTo>
                  <a:cubicBezTo>
                    <a:pt x="564" y="289"/>
                    <a:pt x="555" y="233"/>
                    <a:pt x="538" y="186"/>
                  </a:cubicBezTo>
                  <a:lnTo>
                    <a:pt x="632" y="186"/>
                  </a:lnTo>
                  <a:cubicBezTo>
                    <a:pt x="637" y="193"/>
                    <a:pt x="641" y="197"/>
                    <a:pt x="645" y="204"/>
                  </a:cubicBezTo>
                  <a:cubicBezTo>
                    <a:pt x="669" y="251"/>
                    <a:pt x="682" y="300"/>
                    <a:pt x="684" y="349"/>
                  </a:cubicBezTo>
                  <a:close/>
                  <a:moveTo>
                    <a:pt x="382" y="683"/>
                  </a:moveTo>
                  <a:cubicBezTo>
                    <a:pt x="380" y="683"/>
                    <a:pt x="375" y="683"/>
                    <a:pt x="373" y="683"/>
                  </a:cubicBezTo>
                  <a:lnTo>
                    <a:pt x="373" y="563"/>
                  </a:lnTo>
                  <a:lnTo>
                    <a:pt x="502" y="563"/>
                  </a:lnTo>
                  <a:cubicBezTo>
                    <a:pt x="474" y="628"/>
                    <a:pt x="431" y="673"/>
                    <a:pt x="382" y="683"/>
                  </a:cubicBezTo>
                  <a:close/>
                  <a:moveTo>
                    <a:pt x="217" y="563"/>
                  </a:moveTo>
                  <a:lnTo>
                    <a:pt x="347" y="563"/>
                  </a:lnTo>
                  <a:lnTo>
                    <a:pt x="347" y="683"/>
                  </a:lnTo>
                  <a:cubicBezTo>
                    <a:pt x="345" y="683"/>
                    <a:pt x="341" y="683"/>
                    <a:pt x="337" y="683"/>
                  </a:cubicBezTo>
                  <a:cubicBezTo>
                    <a:pt x="290" y="673"/>
                    <a:pt x="247" y="628"/>
                    <a:pt x="217" y="563"/>
                  </a:cubicBezTo>
                  <a:close/>
                  <a:moveTo>
                    <a:pt x="373" y="39"/>
                  </a:moveTo>
                  <a:cubicBezTo>
                    <a:pt x="425" y="45"/>
                    <a:pt x="472" y="92"/>
                    <a:pt x="502" y="161"/>
                  </a:cubicBezTo>
                  <a:lnTo>
                    <a:pt x="373" y="161"/>
                  </a:lnTo>
                  <a:close/>
                  <a:moveTo>
                    <a:pt x="347" y="39"/>
                  </a:moveTo>
                  <a:lnTo>
                    <a:pt x="347" y="161"/>
                  </a:lnTo>
                  <a:lnTo>
                    <a:pt x="217" y="161"/>
                  </a:lnTo>
                  <a:cubicBezTo>
                    <a:pt x="249" y="92"/>
                    <a:pt x="294" y="45"/>
                    <a:pt x="347" y="39"/>
                  </a:cubicBezTo>
                  <a:close/>
                  <a:moveTo>
                    <a:pt x="347" y="186"/>
                  </a:moveTo>
                  <a:lnTo>
                    <a:pt x="347" y="349"/>
                  </a:lnTo>
                  <a:lnTo>
                    <a:pt x="178" y="349"/>
                  </a:lnTo>
                  <a:cubicBezTo>
                    <a:pt x="180" y="289"/>
                    <a:pt x="189" y="233"/>
                    <a:pt x="208" y="186"/>
                  </a:cubicBezTo>
                  <a:close/>
                  <a:moveTo>
                    <a:pt x="347" y="375"/>
                  </a:moveTo>
                  <a:lnTo>
                    <a:pt x="347" y="538"/>
                  </a:lnTo>
                  <a:lnTo>
                    <a:pt x="208" y="538"/>
                  </a:lnTo>
                  <a:cubicBezTo>
                    <a:pt x="189" y="491"/>
                    <a:pt x="180" y="435"/>
                    <a:pt x="178" y="375"/>
                  </a:cubicBezTo>
                  <a:close/>
                  <a:moveTo>
                    <a:pt x="373" y="538"/>
                  </a:moveTo>
                  <a:lnTo>
                    <a:pt x="373" y="375"/>
                  </a:lnTo>
                  <a:lnTo>
                    <a:pt x="542" y="375"/>
                  </a:lnTo>
                  <a:cubicBezTo>
                    <a:pt x="540" y="435"/>
                    <a:pt x="530" y="491"/>
                    <a:pt x="512" y="538"/>
                  </a:cubicBezTo>
                  <a:close/>
                  <a:moveTo>
                    <a:pt x="373" y="349"/>
                  </a:moveTo>
                  <a:lnTo>
                    <a:pt x="373" y="186"/>
                  </a:lnTo>
                  <a:lnTo>
                    <a:pt x="512" y="186"/>
                  </a:lnTo>
                  <a:cubicBezTo>
                    <a:pt x="530" y="233"/>
                    <a:pt x="540" y="289"/>
                    <a:pt x="542" y="349"/>
                  </a:cubicBezTo>
                  <a:close/>
                  <a:moveTo>
                    <a:pt x="615" y="161"/>
                  </a:moveTo>
                  <a:lnTo>
                    <a:pt x="530" y="161"/>
                  </a:lnTo>
                  <a:cubicBezTo>
                    <a:pt x="508" y="114"/>
                    <a:pt x="482" y="75"/>
                    <a:pt x="450" y="49"/>
                  </a:cubicBezTo>
                  <a:lnTo>
                    <a:pt x="450" y="49"/>
                  </a:lnTo>
                  <a:cubicBezTo>
                    <a:pt x="517" y="69"/>
                    <a:pt x="575" y="107"/>
                    <a:pt x="615" y="161"/>
                  </a:cubicBezTo>
                  <a:close/>
                  <a:moveTo>
                    <a:pt x="206" y="77"/>
                  </a:moveTo>
                  <a:cubicBezTo>
                    <a:pt x="225" y="64"/>
                    <a:pt x="247" y="58"/>
                    <a:pt x="266" y="51"/>
                  </a:cubicBezTo>
                  <a:cubicBezTo>
                    <a:pt x="236" y="77"/>
                    <a:pt x="210" y="116"/>
                    <a:pt x="191" y="161"/>
                  </a:cubicBezTo>
                  <a:lnTo>
                    <a:pt x="105" y="161"/>
                  </a:lnTo>
                  <a:cubicBezTo>
                    <a:pt x="133" y="126"/>
                    <a:pt x="165" y="99"/>
                    <a:pt x="206" y="77"/>
                  </a:cubicBezTo>
                  <a:close/>
                  <a:moveTo>
                    <a:pt x="88" y="186"/>
                  </a:moveTo>
                  <a:lnTo>
                    <a:pt x="183" y="186"/>
                  </a:lnTo>
                  <a:cubicBezTo>
                    <a:pt x="165" y="233"/>
                    <a:pt x="155" y="289"/>
                    <a:pt x="153" y="349"/>
                  </a:cubicBezTo>
                  <a:lnTo>
                    <a:pt x="37" y="349"/>
                  </a:lnTo>
                  <a:cubicBezTo>
                    <a:pt x="39" y="323"/>
                    <a:pt x="43" y="296"/>
                    <a:pt x="50" y="270"/>
                  </a:cubicBezTo>
                  <a:cubicBezTo>
                    <a:pt x="58" y="240"/>
                    <a:pt x="71" y="212"/>
                    <a:pt x="88" y="186"/>
                  </a:cubicBezTo>
                  <a:close/>
                  <a:moveTo>
                    <a:pt x="37" y="375"/>
                  </a:moveTo>
                  <a:lnTo>
                    <a:pt x="153" y="375"/>
                  </a:lnTo>
                  <a:cubicBezTo>
                    <a:pt x="155" y="433"/>
                    <a:pt x="165" y="488"/>
                    <a:pt x="183" y="538"/>
                  </a:cubicBezTo>
                  <a:lnTo>
                    <a:pt x="90" y="538"/>
                  </a:lnTo>
                  <a:cubicBezTo>
                    <a:pt x="86" y="531"/>
                    <a:pt x="82" y="523"/>
                    <a:pt x="78" y="516"/>
                  </a:cubicBezTo>
                  <a:cubicBezTo>
                    <a:pt x="54" y="471"/>
                    <a:pt x="39" y="424"/>
                    <a:pt x="37" y="375"/>
                  </a:cubicBezTo>
                  <a:close/>
                  <a:moveTo>
                    <a:pt x="110" y="563"/>
                  </a:moveTo>
                  <a:lnTo>
                    <a:pt x="191" y="563"/>
                  </a:lnTo>
                  <a:cubicBezTo>
                    <a:pt x="208" y="606"/>
                    <a:pt x="232" y="640"/>
                    <a:pt x="260" y="666"/>
                  </a:cubicBezTo>
                  <a:cubicBezTo>
                    <a:pt x="200" y="647"/>
                    <a:pt x="148" y="610"/>
                    <a:pt x="110" y="563"/>
                  </a:cubicBezTo>
                  <a:close/>
                  <a:moveTo>
                    <a:pt x="517" y="643"/>
                  </a:moveTo>
                  <a:cubicBezTo>
                    <a:pt x="497" y="653"/>
                    <a:pt x="478" y="662"/>
                    <a:pt x="457" y="668"/>
                  </a:cubicBezTo>
                  <a:cubicBezTo>
                    <a:pt x="485" y="643"/>
                    <a:pt x="510" y="606"/>
                    <a:pt x="530" y="563"/>
                  </a:cubicBezTo>
                  <a:lnTo>
                    <a:pt x="613" y="563"/>
                  </a:lnTo>
                  <a:cubicBezTo>
                    <a:pt x="587" y="595"/>
                    <a:pt x="555" y="623"/>
                    <a:pt x="517" y="643"/>
                  </a:cubicBezTo>
                  <a:close/>
                  <a:moveTo>
                    <a:pt x="630" y="538"/>
                  </a:moveTo>
                  <a:lnTo>
                    <a:pt x="538" y="538"/>
                  </a:lnTo>
                  <a:cubicBezTo>
                    <a:pt x="555" y="491"/>
                    <a:pt x="566" y="433"/>
                    <a:pt x="566" y="375"/>
                  </a:cubicBezTo>
                  <a:lnTo>
                    <a:pt x="684" y="375"/>
                  </a:lnTo>
                  <a:cubicBezTo>
                    <a:pt x="682" y="401"/>
                    <a:pt x="677" y="426"/>
                    <a:pt x="671" y="450"/>
                  </a:cubicBezTo>
                  <a:cubicBezTo>
                    <a:pt x="662" y="482"/>
                    <a:pt x="649" y="510"/>
                    <a:pt x="630" y="538"/>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4509" name="Google Shape;4509;p35"/>
            <p:cNvSpPr/>
            <p:nvPr/>
          </p:nvSpPr>
          <p:spPr>
            <a:xfrm>
              <a:off x="3458758" y="2061622"/>
              <a:ext cx="409800" cy="361490"/>
            </a:xfrm>
            <a:custGeom>
              <a:avLst/>
              <a:gdLst/>
              <a:ahLst/>
              <a:cxnLst/>
              <a:rect l="l" t="t" r="r" b="b"/>
              <a:pathLst>
                <a:path w="1196" h="1055" extrusionOk="0">
                  <a:moveTo>
                    <a:pt x="599" y="1"/>
                  </a:moveTo>
                  <a:cubicBezTo>
                    <a:pt x="532" y="1"/>
                    <a:pt x="464" y="14"/>
                    <a:pt x="399" y="41"/>
                  </a:cubicBezTo>
                  <a:cubicBezTo>
                    <a:pt x="131" y="150"/>
                    <a:pt x="0" y="458"/>
                    <a:pt x="112" y="726"/>
                  </a:cubicBezTo>
                  <a:cubicBezTo>
                    <a:pt x="195" y="931"/>
                    <a:pt x="392" y="1054"/>
                    <a:pt x="599" y="1054"/>
                  </a:cubicBezTo>
                  <a:cubicBezTo>
                    <a:pt x="665" y="1054"/>
                    <a:pt x="732" y="1042"/>
                    <a:pt x="797" y="1015"/>
                  </a:cubicBezTo>
                  <a:cubicBezTo>
                    <a:pt x="1067" y="906"/>
                    <a:pt x="1195" y="598"/>
                    <a:pt x="1086" y="328"/>
                  </a:cubicBezTo>
                  <a:cubicBezTo>
                    <a:pt x="1003" y="125"/>
                    <a:pt x="807" y="1"/>
                    <a:pt x="599" y="1"/>
                  </a:cubicBezTo>
                  <a:close/>
                </a:path>
              </a:pathLst>
            </a:custGeom>
            <a:solidFill>
              <a:srgbClr val="EEEEEE"/>
            </a:solidFill>
            <a:ln>
              <a:noFill/>
            </a:ln>
          </p:spPr>
          <p:txBody>
            <a:bodyPr spcFirstLastPara="1" wrap="square" lIns="121900" tIns="121900" rIns="121900" bIns="121900" anchor="ctr" anchorCtr="0">
              <a:noAutofit/>
            </a:bodyPr>
            <a:lstStyle/>
            <a:p>
              <a:endParaRPr sz="2400"/>
            </a:p>
          </p:txBody>
        </p:sp>
        <p:sp>
          <p:nvSpPr>
            <p:cNvPr id="4510" name="Google Shape;4510;p35"/>
            <p:cNvSpPr/>
            <p:nvPr/>
          </p:nvSpPr>
          <p:spPr>
            <a:xfrm>
              <a:off x="4552469" y="2190430"/>
              <a:ext cx="64759" cy="65103"/>
            </a:xfrm>
            <a:custGeom>
              <a:avLst/>
              <a:gdLst/>
              <a:ahLst/>
              <a:cxnLst/>
              <a:rect l="l" t="t" r="r" b="b"/>
              <a:pathLst>
                <a:path w="189" h="190" extrusionOk="0">
                  <a:moveTo>
                    <a:pt x="189" y="95"/>
                  </a:moveTo>
                  <a:cubicBezTo>
                    <a:pt x="189" y="148"/>
                    <a:pt x="146" y="189"/>
                    <a:pt x="94" y="189"/>
                  </a:cubicBezTo>
                  <a:cubicBezTo>
                    <a:pt x="43" y="189"/>
                    <a:pt x="0" y="148"/>
                    <a:pt x="0" y="95"/>
                  </a:cubicBezTo>
                  <a:cubicBezTo>
                    <a:pt x="0" y="43"/>
                    <a:pt x="43" y="1"/>
                    <a:pt x="94" y="1"/>
                  </a:cubicBezTo>
                  <a:cubicBezTo>
                    <a:pt x="146" y="1"/>
                    <a:pt x="189" y="43"/>
                    <a:pt x="189" y="95"/>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sp>
          <p:nvSpPr>
            <p:cNvPr id="4511" name="Google Shape;4511;p35"/>
            <p:cNvSpPr/>
            <p:nvPr/>
          </p:nvSpPr>
          <p:spPr>
            <a:xfrm>
              <a:off x="3542362" y="2122270"/>
              <a:ext cx="238137" cy="238138"/>
            </a:xfrm>
            <a:custGeom>
              <a:avLst/>
              <a:gdLst/>
              <a:ahLst/>
              <a:cxnLst/>
              <a:rect l="l" t="t" r="r" b="b"/>
              <a:pathLst>
                <a:path w="695" h="695" extrusionOk="0">
                  <a:moveTo>
                    <a:pt x="371" y="695"/>
                  </a:moveTo>
                  <a:lnTo>
                    <a:pt x="324" y="695"/>
                  </a:lnTo>
                  <a:cubicBezTo>
                    <a:pt x="307" y="695"/>
                    <a:pt x="292" y="680"/>
                    <a:pt x="292" y="660"/>
                  </a:cubicBezTo>
                  <a:lnTo>
                    <a:pt x="292" y="601"/>
                  </a:lnTo>
                  <a:cubicBezTo>
                    <a:pt x="262" y="594"/>
                    <a:pt x="234" y="583"/>
                    <a:pt x="210" y="566"/>
                  </a:cubicBezTo>
                  <a:lnTo>
                    <a:pt x="165" y="609"/>
                  </a:lnTo>
                  <a:cubicBezTo>
                    <a:pt x="153" y="624"/>
                    <a:pt x="131" y="624"/>
                    <a:pt x="118" y="609"/>
                  </a:cubicBezTo>
                  <a:lnTo>
                    <a:pt x="86" y="577"/>
                  </a:lnTo>
                  <a:cubicBezTo>
                    <a:pt x="73" y="564"/>
                    <a:pt x="73" y="543"/>
                    <a:pt x="86" y="530"/>
                  </a:cubicBezTo>
                  <a:lnTo>
                    <a:pt x="129" y="487"/>
                  </a:lnTo>
                  <a:cubicBezTo>
                    <a:pt x="114" y="461"/>
                    <a:pt x="101" y="433"/>
                    <a:pt x="95" y="406"/>
                  </a:cubicBezTo>
                  <a:lnTo>
                    <a:pt x="35" y="406"/>
                  </a:lnTo>
                  <a:cubicBezTo>
                    <a:pt x="15" y="406"/>
                    <a:pt x="0" y="391"/>
                    <a:pt x="0" y="371"/>
                  </a:cubicBezTo>
                  <a:lnTo>
                    <a:pt x="0" y="326"/>
                  </a:lnTo>
                  <a:cubicBezTo>
                    <a:pt x="0" y="307"/>
                    <a:pt x="15" y="292"/>
                    <a:pt x="35" y="292"/>
                  </a:cubicBezTo>
                  <a:lnTo>
                    <a:pt x="95" y="292"/>
                  </a:lnTo>
                  <a:cubicBezTo>
                    <a:pt x="101" y="262"/>
                    <a:pt x="114" y="236"/>
                    <a:pt x="129" y="211"/>
                  </a:cubicBezTo>
                  <a:lnTo>
                    <a:pt x="86" y="168"/>
                  </a:lnTo>
                  <a:cubicBezTo>
                    <a:pt x="73" y="155"/>
                    <a:pt x="73" y="131"/>
                    <a:pt x="86" y="119"/>
                  </a:cubicBezTo>
                  <a:lnTo>
                    <a:pt x="118" y="86"/>
                  </a:lnTo>
                  <a:cubicBezTo>
                    <a:pt x="131" y="74"/>
                    <a:pt x="153" y="74"/>
                    <a:pt x="168" y="86"/>
                  </a:cubicBezTo>
                  <a:lnTo>
                    <a:pt x="210" y="131"/>
                  </a:lnTo>
                  <a:cubicBezTo>
                    <a:pt x="234" y="114"/>
                    <a:pt x="262" y="104"/>
                    <a:pt x="292" y="97"/>
                  </a:cubicBezTo>
                  <a:lnTo>
                    <a:pt x="292" y="35"/>
                  </a:lnTo>
                  <a:cubicBezTo>
                    <a:pt x="292" y="16"/>
                    <a:pt x="307" y="1"/>
                    <a:pt x="326" y="1"/>
                  </a:cubicBezTo>
                  <a:lnTo>
                    <a:pt x="371" y="1"/>
                  </a:lnTo>
                  <a:cubicBezTo>
                    <a:pt x="388" y="1"/>
                    <a:pt x="405" y="16"/>
                    <a:pt x="405" y="35"/>
                  </a:cubicBezTo>
                  <a:lnTo>
                    <a:pt x="405" y="97"/>
                  </a:lnTo>
                  <a:cubicBezTo>
                    <a:pt x="433" y="104"/>
                    <a:pt x="461" y="114"/>
                    <a:pt x="487" y="131"/>
                  </a:cubicBezTo>
                  <a:lnTo>
                    <a:pt x="530" y="86"/>
                  </a:lnTo>
                  <a:cubicBezTo>
                    <a:pt x="542" y="74"/>
                    <a:pt x="564" y="74"/>
                    <a:pt x="577" y="86"/>
                  </a:cubicBezTo>
                  <a:lnTo>
                    <a:pt x="609" y="119"/>
                  </a:lnTo>
                  <a:cubicBezTo>
                    <a:pt x="622" y="131"/>
                    <a:pt x="622" y="155"/>
                    <a:pt x="609" y="168"/>
                  </a:cubicBezTo>
                  <a:lnTo>
                    <a:pt x="566" y="211"/>
                  </a:lnTo>
                  <a:cubicBezTo>
                    <a:pt x="581" y="236"/>
                    <a:pt x="594" y="262"/>
                    <a:pt x="600" y="292"/>
                  </a:cubicBezTo>
                  <a:lnTo>
                    <a:pt x="660" y="292"/>
                  </a:lnTo>
                  <a:cubicBezTo>
                    <a:pt x="679" y="292"/>
                    <a:pt x="694" y="307"/>
                    <a:pt x="694" y="326"/>
                  </a:cubicBezTo>
                  <a:lnTo>
                    <a:pt x="694" y="371"/>
                  </a:lnTo>
                  <a:cubicBezTo>
                    <a:pt x="694" y="391"/>
                    <a:pt x="679" y="406"/>
                    <a:pt x="660" y="406"/>
                  </a:cubicBezTo>
                  <a:lnTo>
                    <a:pt x="600" y="406"/>
                  </a:lnTo>
                  <a:cubicBezTo>
                    <a:pt x="594" y="433"/>
                    <a:pt x="581" y="461"/>
                    <a:pt x="566" y="487"/>
                  </a:cubicBezTo>
                  <a:lnTo>
                    <a:pt x="609" y="530"/>
                  </a:lnTo>
                  <a:cubicBezTo>
                    <a:pt x="622" y="543"/>
                    <a:pt x="622" y="564"/>
                    <a:pt x="609" y="577"/>
                  </a:cubicBezTo>
                  <a:lnTo>
                    <a:pt x="577" y="609"/>
                  </a:lnTo>
                  <a:cubicBezTo>
                    <a:pt x="564" y="624"/>
                    <a:pt x="542" y="624"/>
                    <a:pt x="530" y="609"/>
                  </a:cubicBezTo>
                  <a:lnTo>
                    <a:pt x="485" y="566"/>
                  </a:lnTo>
                  <a:cubicBezTo>
                    <a:pt x="461" y="583"/>
                    <a:pt x="433" y="594"/>
                    <a:pt x="405" y="601"/>
                  </a:cubicBezTo>
                  <a:lnTo>
                    <a:pt x="405" y="660"/>
                  </a:lnTo>
                  <a:cubicBezTo>
                    <a:pt x="405" y="680"/>
                    <a:pt x="388" y="695"/>
                    <a:pt x="371" y="695"/>
                  </a:cubicBezTo>
                  <a:close/>
                  <a:moveTo>
                    <a:pt x="206" y="534"/>
                  </a:moveTo>
                  <a:lnTo>
                    <a:pt x="215" y="541"/>
                  </a:lnTo>
                  <a:cubicBezTo>
                    <a:pt x="243" y="560"/>
                    <a:pt x="272" y="573"/>
                    <a:pt x="307" y="577"/>
                  </a:cubicBezTo>
                  <a:lnTo>
                    <a:pt x="315" y="579"/>
                  </a:lnTo>
                  <a:lnTo>
                    <a:pt x="315" y="660"/>
                  </a:lnTo>
                  <a:cubicBezTo>
                    <a:pt x="315" y="667"/>
                    <a:pt x="320" y="671"/>
                    <a:pt x="326" y="671"/>
                  </a:cubicBezTo>
                  <a:lnTo>
                    <a:pt x="371" y="671"/>
                  </a:lnTo>
                  <a:cubicBezTo>
                    <a:pt x="375" y="671"/>
                    <a:pt x="380" y="667"/>
                    <a:pt x="380" y="660"/>
                  </a:cubicBezTo>
                  <a:lnTo>
                    <a:pt x="380" y="579"/>
                  </a:lnTo>
                  <a:lnTo>
                    <a:pt x="390" y="577"/>
                  </a:lnTo>
                  <a:cubicBezTo>
                    <a:pt x="422" y="573"/>
                    <a:pt x="452" y="560"/>
                    <a:pt x="480" y="541"/>
                  </a:cubicBezTo>
                  <a:lnTo>
                    <a:pt x="489" y="534"/>
                  </a:lnTo>
                  <a:lnTo>
                    <a:pt x="547" y="592"/>
                  </a:lnTo>
                  <a:cubicBezTo>
                    <a:pt x="551" y="596"/>
                    <a:pt x="557" y="596"/>
                    <a:pt x="559" y="592"/>
                  </a:cubicBezTo>
                  <a:lnTo>
                    <a:pt x="592" y="560"/>
                  </a:lnTo>
                  <a:cubicBezTo>
                    <a:pt x="596" y="558"/>
                    <a:pt x="596" y="551"/>
                    <a:pt x="592" y="547"/>
                  </a:cubicBezTo>
                  <a:lnTo>
                    <a:pt x="534" y="489"/>
                  </a:lnTo>
                  <a:lnTo>
                    <a:pt x="540" y="481"/>
                  </a:lnTo>
                  <a:cubicBezTo>
                    <a:pt x="559" y="453"/>
                    <a:pt x="572" y="423"/>
                    <a:pt x="577" y="391"/>
                  </a:cubicBezTo>
                  <a:lnTo>
                    <a:pt x="579" y="380"/>
                  </a:lnTo>
                  <a:lnTo>
                    <a:pt x="660" y="380"/>
                  </a:lnTo>
                  <a:cubicBezTo>
                    <a:pt x="667" y="380"/>
                    <a:pt x="671" y="376"/>
                    <a:pt x="671" y="371"/>
                  </a:cubicBezTo>
                  <a:lnTo>
                    <a:pt x="671" y="326"/>
                  </a:lnTo>
                  <a:cubicBezTo>
                    <a:pt x="671" y="320"/>
                    <a:pt x="667" y="316"/>
                    <a:pt x="660" y="316"/>
                  </a:cubicBezTo>
                  <a:lnTo>
                    <a:pt x="579" y="316"/>
                  </a:lnTo>
                  <a:lnTo>
                    <a:pt x="577" y="307"/>
                  </a:lnTo>
                  <a:cubicBezTo>
                    <a:pt x="572" y="273"/>
                    <a:pt x="559" y="243"/>
                    <a:pt x="540" y="215"/>
                  </a:cubicBezTo>
                  <a:lnTo>
                    <a:pt x="534" y="206"/>
                  </a:lnTo>
                  <a:lnTo>
                    <a:pt x="592" y="149"/>
                  </a:lnTo>
                  <a:cubicBezTo>
                    <a:pt x="596" y="144"/>
                    <a:pt x="596" y="140"/>
                    <a:pt x="592" y="136"/>
                  </a:cubicBezTo>
                  <a:lnTo>
                    <a:pt x="559" y="104"/>
                  </a:lnTo>
                  <a:cubicBezTo>
                    <a:pt x="557" y="99"/>
                    <a:pt x="551" y="99"/>
                    <a:pt x="547" y="104"/>
                  </a:cubicBezTo>
                  <a:lnTo>
                    <a:pt x="489" y="161"/>
                  </a:lnTo>
                  <a:lnTo>
                    <a:pt x="480" y="155"/>
                  </a:lnTo>
                  <a:cubicBezTo>
                    <a:pt x="452" y="138"/>
                    <a:pt x="422" y="125"/>
                    <a:pt x="390" y="119"/>
                  </a:cubicBezTo>
                  <a:lnTo>
                    <a:pt x="380" y="116"/>
                  </a:lnTo>
                  <a:lnTo>
                    <a:pt x="380" y="35"/>
                  </a:lnTo>
                  <a:cubicBezTo>
                    <a:pt x="380" y="31"/>
                    <a:pt x="375" y="27"/>
                    <a:pt x="371" y="27"/>
                  </a:cubicBezTo>
                  <a:lnTo>
                    <a:pt x="326" y="27"/>
                  </a:lnTo>
                  <a:cubicBezTo>
                    <a:pt x="320" y="27"/>
                    <a:pt x="315" y="31"/>
                    <a:pt x="315" y="35"/>
                  </a:cubicBezTo>
                  <a:lnTo>
                    <a:pt x="315" y="116"/>
                  </a:lnTo>
                  <a:lnTo>
                    <a:pt x="307" y="119"/>
                  </a:lnTo>
                  <a:cubicBezTo>
                    <a:pt x="272" y="125"/>
                    <a:pt x="243" y="138"/>
                    <a:pt x="215" y="155"/>
                  </a:cubicBezTo>
                  <a:lnTo>
                    <a:pt x="206" y="161"/>
                  </a:lnTo>
                  <a:lnTo>
                    <a:pt x="148" y="104"/>
                  </a:lnTo>
                  <a:cubicBezTo>
                    <a:pt x="144" y="99"/>
                    <a:pt x="140" y="99"/>
                    <a:pt x="135" y="104"/>
                  </a:cubicBezTo>
                  <a:lnTo>
                    <a:pt x="103" y="136"/>
                  </a:lnTo>
                  <a:cubicBezTo>
                    <a:pt x="99" y="140"/>
                    <a:pt x="99" y="144"/>
                    <a:pt x="103" y="149"/>
                  </a:cubicBezTo>
                  <a:lnTo>
                    <a:pt x="161" y="206"/>
                  </a:lnTo>
                  <a:lnTo>
                    <a:pt x="155" y="215"/>
                  </a:lnTo>
                  <a:cubicBezTo>
                    <a:pt x="135" y="243"/>
                    <a:pt x="123" y="273"/>
                    <a:pt x="118" y="307"/>
                  </a:cubicBezTo>
                  <a:lnTo>
                    <a:pt x="116" y="316"/>
                  </a:lnTo>
                  <a:lnTo>
                    <a:pt x="35" y="316"/>
                  </a:lnTo>
                  <a:cubicBezTo>
                    <a:pt x="28" y="316"/>
                    <a:pt x="24" y="320"/>
                    <a:pt x="24" y="326"/>
                  </a:cubicBezTo>
                  <a:lnTo>
                    <a:pt x="24" y="371"/>
                  </a:lnTo>
                  <a:cubicBezTo>
                    <a:pt x="24" y="376"/>
                    <a:pt x="28" y="380"/>
                    <a:pt x="35" y="380"/>
                  </a:cubicBezTo>
                  <a:lnTo>
                    <a:pt x="116" y="380"/>
                  </a:lnTo>
                  <a:lnTo>
                    <a:pt x="118" y="391"/>
                  </a:lnTo>
                  <a:cubicBezTo>
                    <a:pt x="123" y="423"/>
                    <a:pt x="135" y="453"/>
                    <a:pt x="155" y="481"/>
                  </a:cubicBezTo>
                  <a:lnTo>
                    <a:pt x="161" y="489"/>
                  </a:lnTo>
                  <a:lnTo>
                    <a:pt x="103" y="547"/>
                  </a:lnTo>
                  <a:cubicBezTo>
                    <a:pt x="99" y="551"/>
                    <a:pt x="99" y="558"/>
                    <a:pt x="103" y="560"/>
                  </a:cubicBezTo>
                  <a:lnTo>
                    <a:pt x="135" y="592"/>
                  </a:lnTo>
                  <a:cubicBezTo>
                    <a:pt x="140" y="596"/>
                    <a:pt x="144" y="596"/>
                    <a:pt x="148" y="592"/>
                  </a:cubicBezTo>
                  <a:close/>
                  <a:moveTo>
                    <a:pt x="347" y="515"/>
                  </a:moveTo>
                  <a:cubicBezTo>
                    <a:pt x="255" y="515"/>
                    <a:pt x="183" y="440"/>
                    <a:pt x="183" y="348"/>
                  </a:cubicBezTo>
                  <a:cubicBezTo>
                    <a:pt x="183" y="258"/>
                    <a:pt x="255" y="183"/>
                    <a:pt x="347" y="183"/>
                  </a:cubicBezTo>
                  <a:cubicBezTo>
                    <a:pt x="440" y="183"/>
                    <a:pt x="512" y="258"/>
                    <a:pt x="512" y="348"/>
                  </a:cubicBezTo>
                  <a:cubicBezTo>
                    <a:pt x="512" y="440"/>
                    <a:pt x="440" y="515"/>
                    <a:pt x="347" y="515"/>
                  </a:cubicBezTo>
                  <a:close/>
                  <a:moveTo>
                    <a:pt x="347" y="209"/>
                  </a:moveTo>
                  <a:cubicBezTo>
                    <a:pt x="270" y="209"/>
                    <a:pt x="206" y="271"/>
                    <a:pt x="206" y="348"/>
                  </a:cubicBezTo>
                  <a:cubicBezTo>
                    <a:pt x="206" y="427"/>
                    <a:pt x="270" y="489"/>
                    <a:pt x="347" y="489"/>
                  </a:cubicBezTo>
                  <a:cubicBezTo>
                    <a:pt x="425" y="489"/>
                    <a:pt x="489" y="425"/>
                    <a:pt x="489" y="348"/>
                  </a:cubicBezTo>
                  <a:cubicBezTo>
                    <a:pt x="489" y="271"/>
                    <a:pt x="425" y="209"/>
                    <a:pt x="347" y="209"/>
                  </a:cubicBezTo>
                  <a:close/>
                </a:path>
              </a:pathLst>
            </a:custGeom>
            <a:solidFill>
              <a:srgbClr val="FF6952"/>
            </a:solidFill>
            <a:ln>
              <a:noFill/>
            </a:ln>
          </p:spPr>
          <p:txBody>
            <a:bodyPr spcFirstLastPara="1" wrap="square" lIns="121900" tIns="121900" rIns="121900" bIns="121900" anchor="ctr" anchorCtr="0">
              <a:noAutofit/>
            </a:bodyPr>
            <a:lstStyle/>
            <a:p>
              <a:endParaRPr sz="2400"/>
            </a:p>
          </p:txBody>
        </p:sp>
        <p:sp>
          <p:nvSpPr>
            <p:cNvPr id="4512" name="Google Shape;4512;p35"/>
            <p:cNvSpPr/>
            <p:nvPr/>
          </p:nvSpPr>
          <p:spPr>
            <a:xfrm>
              <a:off x="5313699" y="1556350"/>
              <a:ext cx="361488" cy="361490"/>
            </a:xfrm>
            <a:custGeom>
              <a:avLst/>
              <a:gdLst/>
              <a:ahLst/>
              <a:cxnLst/>
              <a:rect l="l" t="t" r="r" b="b"/>
              <a:pathLst>
                <a:path w="1055" h="1055" extrusionOk="0">
                  <a:moveTo>
                    <a:pt x="1054" y="528"/>
                  </a:moveTo>
                  <a:cubicBezTo>
                    <a:pt x="1054" y="819"/>
                    <a:pt x="819" y="1055"/>
                    <a:pt x="527" y="1055"/>
                  </a:cubicBezTo>
                  <a:cubicBezTo>
                    <a:pt x="236" y="1055"/>
                    <a:pt x="0" y="819"/>
                    <a:pt x="0" y="528"/>
                  </a:cubicBezTo>
                  <a:cubicBezTo>
                    <a:pt x="0" y="236"/>
                    <a:pt x="236" y="1"/>
                    <a:pt x="527" y="1"/>
                  </a:cubicBezTo>
                  <a:cubicBezTo>
                    <a:pt x="819" y="1"/>
                    <a:pt x="1054" y="236"/>
                    <a:pt x="1054" y="528"/>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sp>
          <p:nvSpPr>
            <p:cNvPr id="4513" name="Google Shape;4513;p35"/>
            <p:cNvSpPr/>
            <p:nvPr/>
          </p:nvSpPr>
          <p:spPr>
            <a:xfrm>
              <a:off x="4555210" y="1692115"/>
              <a:ext cx="65102" cy="64760"/>
            </a:xfrm>
            <a:custGeom>
              <a:avLst/>
              <a:gdLst/>
              <a:ahLst/>
              <a:cxnLst/>
              <a:rect l="l" t="t" r="r" b="b"/>
              <a:pathLst>
                <a:path w="190" h="189" extrusionOk="0">
                  <a:moveTo>
                    <a:pt x="189" y="95"/>
                  </a:moveTo>
                  <a:cubicBezTo>
                    <a:pt x="189" y="146"/>
                    <a:pt x="146" y="189"/>
                    <a:pt x="95" y="189"/>
                  </a:cubicBezTo>
                  <a:cubicBezTo>
                    <a:pt x="43" y="189"/>
                    <a:pt x="1" y="146"/>
                    <a:pt x="1" y="95"/>
                  </a:cubicBezTo>
                  <a:cubicBezTo>
                    <a:pt x="1" y="43"/>
                    <a:pt x="43" y="0"/>
                    <a:pt x="95" y="0"/>
                  </a:cubicBezTo>
                  <a:cubicBezTo>
                    <a:pt x="146" y="0"/>
                    <a:pt x="189" y="43"/>
                    <a:pt x="189" y="95"/>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sp>
          <p:nvSpPr>
            <p:cNvPr id="4514" name="Google Shape;4514;p35"/>
            <p:cNvSpPr/>
            <p:nvPr/>
          </p:nvSpPr>
          <p:spPr>
            <a:xfrm>
              <a:off x="5395933" y="1627620"/>
              <a:ext cx="196334" cy="218950"/>
            </a:xfrm>
            <a:custGeom>
              <a:avLst/>
              <a:gdLst/>
              <a:ahLst/>
              <a:cxnLst/>
              <a:rect l="l" t="t" r="r" b="b"/>
              <a:pathLst>
                <a:path w="573" h="639" extrusionOk="0">
                  <a:moveTo>
                    <a:pt x="287" y="639"/>
                  </a:moveTo>
                  <a:cubicBezTo>
                    <a:pt x="285" y="639"/>
                    <a:pt x="285" y="639"/>
                    <a:pt x="283" y="639"/>
                  </a:cubicBezTo>
                  <a:cubicBezTo>
                    <a:pt x="0" y="527"/>
                    <a:pt x="2" y="125"/>
                    <a:pt x="5" y="78"/>
                  </a:cubicBezTo>
                  <a:cubicBezTo>
                    <a:pt x="5" y="73"/>
                    <a:pt x="9" y="67"/>
                    <a:pt x="13" y="67"/>
                  </a:cubicBezTo>
                  <a:lnTo>
                    <a:pt x="285" y="1"/>
                  </a:lnTo>
                  <a:cubicBezTo>
                    <a:pt x="287" y="1"/>
                    <a:pt x="289" y="1"/>
                    <a:pt x="289" y="1"/>
                  </a:cubicBezTo>
                  <a:lnTo>
                    <a:pt x="564" y="67"/>
                  </a:lnTo>
                  <a:cubicBezTo>
                    <a:pt x="568" y="69"/>
                    <a:pt x="572" y="73"/>
                    <a:pt x="572" y="80"/>
                  </a:cubicBezTo>
                  <a:cubicBezTo>
                    <a:pt x="572" y="187"/>
                    <a:pt x="553" y="536"/>
                    <a:pt x="292" y="637"/>
                  </a:cubicBezTo>
                  <a:cubicBezTo>
                    <a:pt x="289" y="639"/>
                    <a:pt x="289" y="639"/>
                    <a:pt x="287" y="639"/>
                  </a:cubicBezTo>
                  <a:close/>
                  <a:moveTo>
                    <a:pt x="28" y="88"/>
                  </a:moveTo>
                  <a:cubicBezTo>
                    <a:pt x="28" y="161"/>
                    <a:pt x="39" y="512"/>
                    <a:pt x="287" y="613"/>
                  </a:cubicBezTo>
                  <a:cubicBezTo>
                    <a:pt x="523" y="519"/>
                    <a:pt x="546" y="200"/>
                    <a:pt x="549" y="91"/>
                  </a:cubicBezTo>
                  <a:lnTo>
                    <a:pt x="287" y="26"/>
                  </a:ln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4515" name="Google Shape;4515;p35"/>
            <p:cNvSpPr/>
            <p:nvPr/>
          </p:nvSpPr>
          <p:spPr>
            <a:xfrm>
              <a:off x="5461035" y="1669422"/>
              <a:ext cx="65102" cy="119240"/>
            </a:xfrm>
            <a:custGeom>
              <a:avLst/>
              <a:gdLst/>
              <a:ahLst/>
              <a:cxnLst/>
              <a:rect l="l" t="t" r="r" b="b"/>
              <a:pathLst>
                <a:path w="190" h="348" extrusionOk="0">
                  <a:moveTo>
                    <a:pt x="97" y="348"/>
                  </a:moveTo>
                  <a:cubicBezTo>
                    <a:pt x="80" y="348"/>
                    <a:pt x="63" y="341"/>
                    <a:pt x="50" y="328"/>
                  </a:cubicBezTo>
                  <a:cubicBezTo>
                    <a:pt x="37" y="313"/>
                    <a:pt x="31" y="296"/>
                    <a:pt x="33" y="277"/>
                  </a:cubicBezTo>
                  <a:lnTo>
                    <a:pt x="44" y="168"/>
                  </a:lnTo>
                  <a:cubicBezTo>
                    <a:pt x="14" y="146"/>
                    <a:pt x="1" y="112"/>
                    <a:pt x="7" y="76"/>
                  </a:cubicBezTo>
                  <a:cubicBezTo>
                    <a:pt x="16" y="41"/>
                    <a:pt x="42" y="14"/>
                    <a:pt x="76" y="7"/>
                  </a:cubicBezTo>
                  <a:cubicBezTo>
                    <a:pt x="104" y="1"/>
                    <a:pt x="134" y="7"/>
                    <a:pt x="155" y="24"/>
                  </a:cubicBezTo>
                  <a:cubicBezTo>
                    <a:pt x="177" y="41"/>
                    <a:pt x="189" y="67"/>
                    <a:pt x="189" y="95"/>
                  </a:cubicBezTo>
                  <a:cubicBezTo>
                    <a:pt x="189" y="125"/>
                    <a:pt x="177" y="151"/>
                    <a:pt x="153" y="168"/>
                  </a:cubicBezTo>
                  <a:lnTo>
                    <a:pt x="164" y="279"/>
                  </a:lnTo>
                  <a:cubicBezTo>
                    <a:pt x="164" y="296"/>
                    <a:pt x="157" y="313"/>
                    <a:pt x="147" y="328"/>
                  </a:cubicBezTo>
                  <a:cubicBezTo>
                    <a:pt x="134" y="341"/>
                    <a:pt x="117" y="348"/>
                    <a:pt x="97" y="348"/>
                  </a:cubicBezTo>
                  <a:close/>
                  <a:moveTo>
                    <a:pt x="97" y="29"/>
                  </a:moveTo>
                  <a:cubicBezTo>
                    <a:pt x="93" y="29"/>
                    <a:pt x="87" y="29"/>
                    <a:pt x="82" y="31"/>
                  </a:cubicBezTo>
                  <a:cubicBezTo>
                    <a:pt x="57" y="37"/>
                    <a:pt x="37" y="56"/>
                    <a:pt x="33" y="82"/>
                  </a:cubicBezTo>
                  <a:cubicBezTo>
                    <a:pt x="27" y="110"/>
                    <a:pt x="40" y="138"/>
                    <a:pt x="63" y="153"/>
                  </a:cubicBezTo>
                  <a:cubicBezTo>
                    <a:pt x="67" y="155"/>
                    <a:pt x="70" y="159"/>
                    <a:pt x="67" y="163"/>
                  </a:cubicBezTo>
                  <a:lnTo>
                    <a:pt x="59" y="279"/>
                  </a:lnTo>
                  <a:cubicBezTo>
                    <a:pt x="57" y="292"/>
                    <a:pt x="61" y="303"/>
                    <a:pt x="70" y="311"/>
                  </a:cubicBezTo>
                  <a:cubicBezTo>
                    <a:pt x="84" y="328"/>
                    <a:pt x="112" y="328"/>
                    <a:pt x="127" y="311"/>
                  </a:cubicBezTo>
                  <a:cubicBezTo>
                    <a:pt x="136" y="303"/>
                    <a:pt x="138" y="292"/>
                    <a:pt x="138" y="279"/>
                  </a:cubicBezTo>
                  <a:lnTo>
                    <a:pt x="127" y="163"/>
                  </a:lnTo>
                  <a:cubicBezTo>
                    <a:pt x="127" y="159"/>
                    <a:pt x="129" y="155"/>
                    <a:pt x="134" y="153"/>
                  </a:cubicBezTo>
                  <a:cubicBezTo>
                    <a:pt x="153" y="140"/>
                    <a:pt x="166" y="118"/>
                    <a:pt x="166" y="95"/>
                  </a:cubicBezTo>
                  <a:cubicBezTo>
                    <a:pt x="166" y="76"/>
                    <a:pt x="155" y="56"/>
                    <a:pt x="140" y="44"/>
                  </a:cubicBezTo>
                  <a:cubicBezTo>
                    <a:pt x="127" y="33"/>
                    <a:pt x="112" y="29"/>
                    <a:pt x="97" y="29"/>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4516" name="Google Shape;4516;p35"/>
            <p:cNvSpPr/>
            <p:nvPr/>
          </p:nvSpPr>
          <p:spPr>
            <a:xfrm>
              <a:off x="3483085" y="3171141"/>
              <a:ext cx="361145" cy="360463"/>
            </a:xfrm>
            <a:custGeom>
              <a:avLst/>
              <a:gdLst/>
              <a:ahLst/>
              <a:cxnLst/>
              <a:rect l="l" t="t" r="r" b="b"/>
              <a:pathLst>
                <a:path w="1054" h="1052" extrusionOk="0">
                  <a:moveTo>
                    <a:pt x="1054" y="527"/>
                  </a:moveTo>
                  <a:cubicBezTo>
                    <a:pt x="1054" y="816"/>
                    <a:pt x="818" y="1052"/>
                    <a:pt x="527" y="1052"/>
                  </a:cubicBezTo>
                  <a:cubicBezTo>
                    <a:pt x="236" y="1052"/>
                    <a:pt x="0" y="816"/>
                    <a:pt x="0" y="527"/>
                  </a:cubicBezTo>
                  <a:cubicBezTo>
                    <a:pt x="0" y="236"/>
                    <a:pt x="236" y="0"/>
                    <a:pt x="527" y="0"/>
                  </a:cubicBezTo>
                  <a:cubicBezTo>
                    <a:pt x="818" y="0"/>
                    <a:pt x="1054" y="236"/>
                    <a:pt x="1054" y="527"/>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sp>
          <p:nvSpPr>
            <p:cNvPr id="4517" name="Google Shape;4517;p35"/>
            <p:cNvSpPr/>
            <p:nvPr/>
          </p:nvSpPr>
          <p:spPr>
            <a:xfrm>
              <a:off x="4552469" y="3328427"/>
              <a:ext cx="64759" cy="65103"/>
            </a:xfrm>
            <a:custGeom>
              <a:avLst/>
              <a:gdLst/>
              <a:ahLst/>
              <a:cxnLst/>
              <a:rect l="l" t="t" r="r" b="b"/>
              <a:pathLst>
                <a:path w="189" h="190" extrusionOk="0">
                  <a:moveTo>
                    <a:pt x="189" y="95"/>
                  </a:moveTo>
                  <a:cubicBezTo>
                    <a:pt x="189" y="146"/>
                    <a:pt x="146" y="189"/>
                    <a:pt x="94" y="189"/>
                  </a:cubicBezTo>
                  <a:cubicBezTo>
                    <a:pt x="43" y="189"/>
                    <a:pt x="0" y="146"/>
                    <a:pt x="0" y="95"/>
                  </a:cubicBezTo>
                  <a:cubicBezTo>
                    <a:pt x="0" y="42"/>
                    <a:pt x="43" y="1"/>
                    <a:pt x="94" y="1"/>
                  </a:cubicBezTo>
                  <a:cubicBezTo>
                    <a:pt x="146" y="1"/>
                    <a:pt x="189" y="42"/>
                    <a:pt x="189" y="95"/>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sp>
          <p:nvSpPr>
            <p:cNvPr id="4518" name="Google Shape;4518;p35"/>
            <p:cNvSpPr/>
            <p:nvPr/>
          </p:nvSpPr>
          <p:spPr>
            <a:xfrm>
              <a:off x="3585535" y="3228362"/>
              <a:ext cx="155902" cy="246019"/>
            </a:xfrm>
            <a:custGeom>
              <a:avLst/>
              <a:gdLst/>
              <a:ahLst/>
              <a:cxnLst/>
              <a:rect l="l" t="t" r="r" b="b"/>
              <a:pathLst>
                <a:path w="455" h="718" extrusionOk="0">
                  <a:moveTo>
                    <a:pt x="416" y="266"/>
                  </a:moveTo>
                  <a:lnTo>
                    <a:pt x="382" y="266"/>
                  </a:lnTo>
                  <a:lnTo>
                    <a:pt x="382" y="152"/>
                  </a:lnTo>
                  <a:cubicBezTo>
                    <a:pt x="382" y="69"/>
                    <a:pt x="314" y="0"/>
                    <a:pt x="228" y="0"/>
                  </a:cubicBezTo>
                  <a:cubicBezTo>
                    <a:pt x="144" y="0"/>
                    <a:pt x="76" y="69"/>
                    <a:pt x="76" y="152"/>
                  </a:cubicBezTo>
                  <a:lnTo>
                    <a:pt x="76" y="266"/>
                  </a:lnTo>
                  <a:lnTo>
                    <a:pt x="39" y="266"/>
                  </a:lnTo>
                  <a:cubicBezTo>
                    <a:pt x="18" y="266"/>
                    <a:pt x="1" y="283"/>
                    <a:pt x="1" y="302"/>
                  </a:cubicBezTo>
                  <a:lnTo>
                    <a:pt x="1" y="679"/>
                  </a:lnTo>
                  <a:cubicBezTo>
                    <a:pt x="1" y="701"/>
                    <a:pt x="18" y="718"/>
                    <a:pt x="39" y="718"/>
                  </a:cubicBezTo>
                  <a:lnTo>
                    <a:pt x="416" y="718"/>
                  </a:lnTo>
                  <a:cubicBezTo>
                    <a:pt x="438" y="718"/>
                    <a:pt x="455" y="701"/>
                    <a:pt x="455" y="679"/>
                  </a:cubicBezTo>
                  <a:lnTo>
                    <a:pt x="455" y="302"/>
                  </a:lnTo>
                  <a:cubicBezTo>
                    <a:pt x="455" y="283"/>
                    <a:pt x="438" y="266"/>
                    <a:pt x="416" y="266"/>
                  </a:cubicBezTo>
                  <a:close/>
                  <a:moveTo>
                    <a:pt x="99" y="152"/>
                  </a:moveTo>
                  <a:cubicBezTo>
                    <a:pt x="99" y="82"/>
                    <a:pt x="157" y="24"/>
                    <a:pt x="228" y="24"/>
                  </a:cubicBezTo>
                  <a:cubicBezTo>
                    <a:pt x="299" y="24"/>
                    <a:pt x="356" y="82"/>
                    <a:pt x="356" y="152"/>
                  </a:cubicBezTo>
                  <a:lnTo>
                    <a:pt x="356" y="266"/>
                  </a:lnTo>
                  <a:lnTo>
                    <a:pt x="333" y="266"/>
                  </a:lnTo>
                  <a:lnTo>
                    <a:pt x="333" y="165"/>
                  </a:lnTo>
                  <a:cubicBezTo>
                    <a:pt x="333" y="105"/>
                    <a:pt x="286" y="56"/>
                    <a:pt x="228" y="56"/>
                  </a:cubicBezTo>
                  <a:cubicBezTo>
                    <a:pt x="170" y="56"/>
                    <a:pt x="125" y="105"/>
                    <a:pt x="125" y="165"/>
                  </a:cubicBezTo>
                  <a:lnTo>
                    <a:pt x="125" y="266"/>
                  </a:lnTo>
                  <a:lnTo>
                    <a:pt x="99" y="266"/>
                  </a:lnTo>
                  <a:lnTo>
                    <a:pt x="99" y="152"/>
                  </a:lnTo>
                  <a:close/>
                  <a:moveTo>
                    <a:pt x="307" y="266"/>
                  </a:moveTo>
                  <a:lnTo>
                    <a:pt x="149" y="266"/>
                  </a:lnTo>
                  <a:lnTo>
                    <a:pt x="149" y="165"/>
                  </a:lnTo>
                  <a:cubicBezTo>
                    <a:pt x="149" y="118"/>
                    <a:pt x="185" y="82"/>
                    <a:pt x="228" y="82"/>
                  </a:cubicBezTo>
                  <a:cubicBezTo>
                    <a:pt x="273" y="82"/>
                    <a:pt x="307" y="118"/>
                    <a:pt x="307" y="165"/>
                  </a:cubicBezTo>
                  <a:lnTo>
                    <a:pt x="307" y="266"/>
                  </a:lnTo>
                  <a:close/>
                  <a:moveTo>
                    <a:pt x="431" y="681"/>
                  </a:moveTo>
                  <a:cubicBezTo>
                    <a:pt x="431" y="688"/>
                    <a:pt x="425" y="694"/>
                    <a:pt x="416" y="694"/>
                  </a:cubicBezTo>
                  <a:lnTo>
                    <a:pt x="39" y="694"/>
                  </a:lnTo>
                  <a:cubicBezTo>
                    <a:pt x="33" y="694"/>
                    <a:pt x="27" y="688"/>
                    <a:pt x="27" y="681"/>
                  </a:cubicBezTo>
                  <a:lnTo>
                    <a:pt x="27" y="304"/>
                  </a:lnTo>
                  <a:cubicBezTo>
                    <a:pt x="27" y="296"/>
                    <a:pt x="33" y="289"/>
                    <a:pt x="39" y="289"/>
                  </a:cubicBezTo>
                  <a:lnTo>
                    <a:pt x="416" y="289"/>
                  </a:lnTo>
                  <a:cubicBezTo>
                    <a:pt x="425" y="289"/>
                    <a:pt x="431" y="296"/>
                    <a:pt x="431" y="304"/>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4519" name="Google Shape;4519;p35"/>
            <p:cNvSpPr/>
            <p:nvPr/>
          </p:nvSpPr>
          <p:spPr>
            <a:xfrm>
              <a:off x="3636246" y="3355141"/>
              <a:ext cx="55508" cy="83263"/>
            </a:xfrm>
            <a:custGeom>
              <a:avLst/>
              <a:gdLst/>
              <a:ahLst/>
              <a:cxnLst/>
              <a:rect l="l" t="t" r="r" b="b"/>
              <a:pathLst>
                <a:path w="162" h="243" extrusionOk="0">
                  <a:moveTo>
                    <a:pt x="80" y="1"/>
                  </a:moveTo>
                  <a:cubicBezTo>
                    <a:pt x="37" y="1"/>
                    <a:pt x="1" y="35"/>
                    <a:pt x="1" y="80"/>
                  </a:cubicBezTo>
                  <a:cubicBezTo>
                    <a:pt x="1" y="108"/>
                    <a:pt x="16" y="136"/>
                    <a:pt x="41" y="149"/>
                  </a:cubicBezTo>
                  <a:lnTo>
                    <a:pt x="41" y="211"/>
                  </a:lnTo>
                  <a:cubicBezTo>
                    <a:pt x="41" y="228"/>
                    <a:pt x="56" y="243"/>
                    <a:pt x="73" y="243"/>
                  </a:cubicBezTo>
                  <a:lnTo>
                    <a:pt x="88" y="243"/>
                  </a:lnTo>
                  <a:cubicBezTo>
                    <a:pt x="106" y="243"/>
                    <a:pt x="121" y="228"/>
                    <a:pt x="121" y="211"/>
                  </a:cubicBezTo>
                  <a:lnTo>
                    <a:pt x="121" y="149"/>
                  </a:lnTo>
                  <a:cubicBezTo>
                    <a:pt x="144" y="136"/>
                    <a:pt x="161" y="108"/>
                    <a:pt x="161" y="80"/>
                  </a:cubicBezTo>
                  <a:cubicBezTo>
                    <a:pt x="159" y="37"/>
                    <a:pt x="125" y="1"/>
                    <a:pt x="80" y="1"/>
                  </a:cubicBezTo>
                  <a:close/>
                  <a:moveTo>
                    <a:pt x="103" y="131"/>
                  </a:moveTo>
                  <a:lnTo>
                    <a:pt x="95" y="134"/>
                  </a:lnTo>
                  <a:lnTo>
                    <a:pt x="95" y="211"/>
                  </a:lnTo>
                  <a:cubicBezTo>
                    <a:pt x="95" y="215"/>
                    <a:pt x="93" y="219"/>
                    <a:pt x="88" y="219"/>
                  </a:cubicBezTo>
                  <a:lnTo>
                    <a:pt x="71" y="219"/>
                  </a:lnTo>
                  <a:cubicBezTo>
                    <a:pt x="69" y="219"/>
                    <a:pt x="65" y="215"/>
                    <a:pt x="65" y="211"/>
                  </a:cubicBezTo>
                  <a:lnTo>
                    <a:pt x="65" y="134"/>
                  </a:lnTo>
                  <a:lnTo>
                    <a:pt x="58" y="131"/>
                  </a:lnTo>
                  <a:cubicBezTo>
                    <a:pt x="39" y="121"/>
                    <a:pt x="26" y="101"/>
                    <a:pt x="26" y="80"/>
                  </a:cubicBezTo>
                  <a:cubicBezTo>
                    <a:pt x="26" y="50"/>
                    <a:pt x="50" y="26"/>
                    <a:pt x="80" y="26"/>
                  </a:cubicBezTo>
                  <a:cubicBezTo>
                    <a:pt x="110" y="26"/>
                    <a:pt x="136" y="50"/>
                    <a:pt x="136" y="80"/>
                  </a:cubicBezTo>
                  <a:cubicBezTo>
                    <a:pt x="136" y="101"/>
                    <a:pt x="123" y="121"/>
                    <a:pt x="103" y="13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4520" name="Google Shape;4520;p35"/>
            <p:cNvSpPr/>
            <p:nvPr/>
          </p:nvSpPr>
          <p:spPr>
            <a:xfrm>
              <a:off x="5313361" y="3788072"/>
              <a:ext cx="361488" cy="361490"/>
            </a:xfrm>
            <a:custGeom>
              <a:avLst/>
              <a:gdLst/>
              <a:ahLst/>
              <a:cxnLst/>
              <a:rect l="l" t="t" r="r" b="b"/>
              <a:pathLst>
                <a:path w="1055" h="1055" extrusionOk="0">
                  <a:moveTo>
                    <a:pt x="1054" y="527"/>
                  </a:moveTo>
                  <a:cubicBezTo>
                    <a:pt x="1054" y="818"/>
                    <a:pt x="819" y="1054"/>
                    <a:pt x="527" y="1054"/>
                  </a:cubicBezTo>
                  <a:cubicBezTo>
                    <a:pt x="236" y="1054"/>
                    <a:pt x="0" y="818"/>
                    <a:pt x="0" y="527"/>
                  </a:cubicBezTo>
                  <a:cubicBezTo>
                    <a:pt x="0" y="236"/>
                    <a:pt x="236" y="0"/>
                    <a:pt x="527" y="0"/>
                  </a:cubicBezTo>
                  <a:cubicBezTo>
                    <a:pt x="819" y="0"/>
                    <a:pt x="1054" y="236"/>
                    <a:pt x="1054" y="527"/>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sp>
          <p:nvSpPr>
            <p:cNvPr id="4521" name="Google Shape;4521;p35"/>
            <p:cNvSpPr/>
            <p:nvPr/>
          </p:nvSpPr>
          <p:spPr>
            <a:xfrm>
              <a:off x="4555210" y="3963887"/>
              <a:ext cx="65102" cy="65103"/>
            </a:xfrm>
            <a:custGeom>
              <a:avLst/>
              <a:gdLst/>
              <a:ahLst/>
              <a:cxnLst/>
              <a:rect l="l" t="t" r="r" b="b"/>
              <a:pathLst>
                <a:path w="190" h="190" extrusionOk="0">
                  <a:moveTo>
                    <a:pt x="189" y="95"/>
                  </a:moveTo>
                  <a:cubicBezTo>
                    <a:pt x="189" y="147"/>
                    <a:pt x="146" y="189"/>
                    <a:pt x="95" y="189"/>
                  </a:cubicBezTo>
                  <a:cubicBezTo>
                    <a:pt x="43" y="189"/>
                    <a:pt x="1" y="147"/>
                    <a:pt x="1" y="95"/>
                  </a:cubicBezTo>
                  <a:cubicBezTo>
                    <a:pt x="1" y="42"/>
                    <a:pt x="43" y="1"/>
                    <a:pt x="95" y="1"/>
                  </a:cubicBezTo>
                  <a:cubicBezTo>
                    <a:pt x="146" y="1"/>
                    <a:pt x="189" y="42"/>
                    <a:pt x="189" y="95"/>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sp>
          <p:nvSpPr>
            <p:cNvPr id="4522" name="Google Shape;4522;p35"/>
            <p:cNvSpPr/>
            <p:nvPr/>
          </p:nvSpPr>
          <p:spPr>
            <a:xfrm>
              <a:off x="5536421" y="3892921"/>
              <a:ext cx="31866" cy="112045"/>
            </a:xfrm>
            <a:custGeom>
              <a:avLst/>
              <a:gdLst/>
              <a:ahLst/>
              <a:cxnLst/>
              <a:rect l="l" t="t" r="r" b="b"/>
              <a:pathLst>
                <a:path w="93" h="327" extrusionOk="0">
                  <a:moveTo>
                    <a:pt x="22" y="5"/>
                  </a:moveTo>
                  <a:cubicBezTo>
                    <a:pt x="18" y="1"/>
                    <a:pt x="9" y="1"/>
                    <a:pt x="5" y="5"/>
                  </a:cubicBezTo>
                  <a:cubicBezTo>
                    <a:pt x="1" y="11"/>
                    <a:pt x="1" y="18"/>
                    <a:pt x="5" y="22"/>
                  </a:cubicBezTo>
                  <a:cubicBezTo>
                    <a:pt x="46" y="58"/>
                    <a:pt x="67" y="110"/>
                    <a:pt x="67" y="163"/>
                  </a:cubicBezTo>
                  <a:cubicBezTo>
                    <a:pt x="67" y="217"/>
                    <a:pt x="46" y="268"/>
                    <a:pt x="5" y="305"/>
                  </a:cubicBezTo>
                  <a:cubicBezTo>
                    <a:pt x="1" y="309"/>
                    <a:pt x="1" y="318"/>
                    <a:pt x="5" y="322"/>
                  </a:cubicBezTo>
                  <a:cubicBezTo>
                    <a:pt x="7" y="326"/>
                    <a:pt x="11" y="326"/>
                    <a:pt x="13" y="326"/>
                  </a:cubicBezTo>
                  <a:cubicBezTo>
                    <a:pt x="16" y="326"/>
                    <a:pt x="20" y="326"/>
                    <a:pt x="22" y="324"/>
                  </a:cubicBezTo>
                  <a:cubicBezTo>
                    <a:pt x="67" y="283"/>
                    <a:pt x="93" y="225"/>
                    <a:pt x="93" y="163"/>
                  </a:cubicBezTo>
                  <a:cubicBezTo>
                    <a:pt x="93" y="103"/>
                    <a:pt x="67" y="46"/>
                    <a:pt x="22" y="5"/>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4523" name="Google Shape;4523;p35"/>
            <p:cNvSpPr/>
            <p:nvPr/>
          </p:nvSpPr>
          <p:spPr>
            <a:xfrm>
              <a:off x="5553896" y="3873048"/>
              <a:ext cx="40774" cy="151449"/>
            </a:xfrm>
            <a:custGeom>
              <a:avLst/>
              <a:gdLst/>
              <a:ahLst/>
              <a:cxnLst/>
              <a:rect l="l" t="t" r="r" b="b"/>
              <a:pathLst>
                <a:path w="119" h="442" extrusionOk="0">
                  <a:moveTo>
                    <a:pt x="22" y="5"/>
                  </a:moveTo>
                  <a:cubicBezTo>
                    <a:pt x="18" y="1"/>
                    <a:pt x="10" y="1"/>
                    <a:pt x="5" y="5"/>
                  </a:cubicBezTo>
                  <a:cubicBezTo>
                    <a:pt x="1" y="11"/>
                    <a:pt x="1" y="18"/>
                    <a:pt x="5" y="24"/>
                  </a:cubicBezTo>
                  <a:cubicBezTo>
                    <a:pt x="61" y="74"/>
                    <a:pt x="93" y="146"/>
                    <a:pt x="93" y="221"/>
                  </a:cubicBezTo>
                  <a:cubicBezTo>
                    <a:pt x="93" y="296"/>
                    <a:pt x="61" y="369"/>
                    <a:pt x="5" y="420"/>
                  </a:cubicBezTo>
                  <a:cubicBezTo>
                    <a:pt x="1" y="425"/>
                    <a:pt x="1" y="433"/>
                    <a:pt x="5" y="438"/>
                  </a:cubicBezTo>
                  <a:cubicBezTo>
                    <a:pt x="7" y="440"/>
                    <a:pt x="12" y="442"/>
                    <a:pt x="14" y="442"/>
                  </a:cubicBezTo>
                  <a:cubicBezTo>
                    <a:pt x="18" y="442"/>
                    <a:pt x="20" y="440"/>
                    <a:pt x="22" y="438"/>
                  </a:cubicBezTo>
                  <a:cubicBezTo>
                    <a:pt x="82" y="382"/>
                    <a:pt x="119" y="305"/>
                    <a:pt x="119" y="221"/>
                  </a:cubicBezTo>
                  <a:cubicBezTo>
                    <a:pt x="119" y="140"/>
                    <a:pt x="84" y="61"/>
                    <a:pt x="22" y="5"/>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4524" name="Google Shape;4524;p35"/>
            <p:cNvSpPr/>
            <p:nvPr/>
          </p:nvSpPr>
          <p:spPr>
            <a:xfrm>
              <a:off x="5419923" y="3892921"/>
              <a:ext cx="31866" cy="112045"/>
            </a:xfrm>
            <a:custGeom>
              <a:avLst/>
              <a:gdLst/>
              <a:ahLst/>
              <a:cxnLst/>
              <a:rect l="l" t="t" r="r" b="b"/>
              <a:pathLst>
                <a:path w="93" h="327" extrusionOk="0">
                  <a:moveTo>
                    <a:pt x="88" y="5"/>
                  </a:moveTo>
                  <a:cubicBezTo>
                    <a:pt x="84" y="1"/>
                    <a:pt x="75" y="1"/>
                    <a:pt x="71" y="5"/>
                  </a:cubicBezTo>
                  <a:cubicBezTo>
                    <a:pt x="26" y="46"/>
                    <a:pt x="0" y="103"/>
                    <a:pt x="0" y="163"/>
                  </a:cubicBezTo>
                  <a:cubicBezTo>
                    <a:pt x="0" y="223"/>
                    <a:pt x="26" y="283"/>
                    <a:pt x="71" y="324"/>
                  </a:cubicBezTo>
                  <a:cubicBezTo>
                    <a:pt x="73" y="326"/>
                    <a:pt x="75" y="326"/>
                    <a:pt x="79" y="326"/>
                  </a:cubicBezTo>
                  <a:cubicBezTo>
                    <a:pt x="81" y="326"/>
                    <a:pt x="86" y="324"/>
                    <a:pt x="88" y="322"/>
                  </a:cubicBezTo>
                  <a:cubicBezTo>
                    <a:pt x="92" y="318"/>
                    <a:pt x="92" y="309"/>
                    <a:pt x="88" y="305"/>
                  </a:cubicBezTo>
                  <a:cubicBezTo>
                    <a:pt x="47" y="268"/>
                    <a:pt x="26" y="217"/>
                    <a:pt x="26" y="163"/>
                  </a:cubicBezTo>
                  <a:cubicBezTo>
                    <a:pt x="26" y="110"/>
                    <a:pt x="47" y="58"/>
                    <a:pt x="88" y="22"/>
                  </a:cubicBezTo>
                  <a:cubicBezTo>
                    <a:pt x="92" y="18"/>
                    <a:pt x="92" y="11"/>
                    <a:pt x="88" y="5"/>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4525" name="Google Shape;4525;p35"/>
            <p:cNvSpPr/>
            <p:nvPr/>
          </p:nvSpPr>
          <p:spPr>
            <a:xfrm>
              <a:off x="5393197" y="3873048"/>
              <a:ext cx="40774" cy="151449"/>
            </a:xfrm>
            <a:custGeom>
              <a:avLst/>
              <a:gdLst/>
              <a:ahLst/>
              <a:cxnLst/>
              <a:rect l="l" t="t" r="r" b="b"/>
              <a:pathLst>
                <a:path w="119" h="442" extrusionOk="0">
                  <a:moveTo>
                    <a:pt x="27" y="221"/>
                  </a:moveTo>
                  <a:cubicBezTo>
                    <a:pt x="27" y="146"/>
                    <a:pt x="59" y="74"/>
                    <a:pt x="112" y="24"/>
                  </a:cubicBezTo>
                  <a:cubicBezTo>
                    <a:pt x="119" y="18"/>
                    <a:pt x="119" y="11"/>
                    <a:pt x="114" y="5"/>
                  </a:cubicBezTo>
                  <a:cubicBezTo>
                    <a:pt x="110" y="1"/>
                    <a:pt x="102" y="1"/>
                    <a:pt x="97" y="5"/>
                  </a:cubicBezTo>
                  <a:cubicBezTo>
                    <a:pt x="35" y="61"/>
                    <a:pt x="1" y="140"/>
                    <a:pt x="1" y="221"/>
                  </a:cubicBezTo>
                  <a:cubicBezTo>
                    <a:pt x="1" y="303"/>
                    <a:pt x="35" y="382"/>
                    <a:pt x="97" y="438"/>
                  </a:cubicBezTo>
                  <a:cubicBezTo>
                    <a:pt x="99" y="440"/>
                    <a:pt x="102" y="442"/>
                    <a:pt x="104" y="442"/>
                  </a:cubicBezTo>
                  <a:cubicBezTo>
                    <a:pt x="108" y="442"/>
                    <a:pt x="110" y="440"/>
                    <a:pt x="114" y="438"/>
                  </a:cubicBezTo>
                  <a:cubicBezTo>
                    <a:pt x="119" y="431"/>
                    <a:pt x="119" y="425"/>
                    <a:pt x="112" y="420"/>
                  </a:cubicBezTo>
                  <a:cubicBezTo>
                    <a:pt x="57" y="369"/>
                    <a:pt x="27" y="296"/>
                    <a:pt x="27" y="22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4526" name="Google Shape;4526;p35"/>
            <p:cNvSpPr/>
            <p:nvPr/>
          </p:nvSpPr>
          <p:spPr>
            <a:xfrm>
              <a:off x="5452131" y="3906969"/>
              <a:ext cx="83947" cy="173378"/>
            </a:xfrm>
            <a:custGeom>
              <a:avLst/>
              <a:gdLst/>
              <a:ahLst/>
              <a:cxnLst/>
              <a:rect l="l" t="t" r="r" b="b"/>
              <a:pathLst>
                <a:path w="245" h="506" extrusionOk="0">
                  <a:moveTo>
                    <a:pt x="122" y="0"/>
                  </a:moveTo>
                  <a:cubicBezTo>
                    <a:pt x="56" y="0"/>
                    <a:pt x="0" y="56"/>
                    <a:pt x="0" y="122"/>
                  </a:cubicBezTo>
                  <a:cubicBezTo>
                    <a:pt x="0" y="174"/>
                    <a:pt x="32" y="219"/>
                    <a:pt x="82" y="238"/>
                  </a:cubicBezTo>
                  <a:lnTo>
                    <a:pt x="82" y="465"/>
                  </a:lnTo>
                  <a:cubicBezTo>
                    <a:pt x="82" y="486"/>
                    <a:pt x="99" y="506"/>
                    <a:pt x="122" y="506"/>
                  </a:cubicBezTo>
                  <a:cubicBezTo>
                    <a:pt x="146" y="506"/>
                    <a:pt x="163" y="486"/>
                    <a:pt x="163" y="465"/>
                  </a:cubicBezTo>
                  <a:lnTo>
                    <a:pt x="163" y="238"/>
                  </a:lnTo>
                  <a:cubicBezTo>
                    <a:pt x="212" y="219"/>
                    <a:pt x="244" y="174"/>
                    <a:pt x="244" y="122"/>
                  </a:cubicBezTo>
                  <a:cubicBezTo>
                    <a:pt x="244" y="56"/>
                    <a:pt x="189" y="0"/>
                    <a:pt x="122" y="0"/>
                  </a:cubicBezTo>
                  <a:close/>
                  <a:moveTo>
                    <a:pt x="148" y="217"/>
                  </a:moveTo>
                  <a:cubicBezTo>
                    <a:pt x="144" y="219"/>
                    <a:pt x="139" y="223"/>
                    <a:pt x="139" y="227"/>
                  </a:cubicBezTo>
                  <a:lnTo>
                    <a:pt x="139" y="465"/>
                  </a:lnTo>
                  <a:cubicBezTo>
                    <a:pt x="139" y="474"/>
                    <a:pt x="131" y="482"/>
                    <a:pt x="122" y="482"/>
                  </a:cubicBezTo>
                  <a:cubicBezTo>
                    <a:pt x="114" y="482"/>
                    <a:pt x="105" y="474"/>
                    <a:pt x="105" y="465"/>
                  </a:cubicBezTo>
                  <a:lnTo>
                    <a:pt x="105" y="227"/>
                  </a:lnTo>
                  <a:cubicBezTo>
                    <a:pt x="105" y="223"/>
                    <a:pt x="101" y="219"/>
                    <a:pt x="97" y="217"/>
                  </a:cubicBezTo>
                  <a:cubicBezTo>
                    <a:pt x="54" y="204"/>
                    <a:pt x="24" y="165"/>
                    <a:pt x="24" y="122"/>
                  </a:cubicBezTo>
                  <a:cubicBezTo>
                    <a:pt x="24" y="69"/>
                    <a:pt x="69" y="26"/>
                    <a:pt x="122" y="26"/>
                  </a:cubicBezTo>
                  <a:cubicBezTo>
                    <a:pt x="176" y="26"/>
                    <a:pt x="219" y="69"/>
                    <a:pt x="219" y="122"/>
                  </a:cubicBezTo>
                  <a:cubicBezTo>
                    <a:pt x="219" y="165"/>
                    <a:pt x="191" y="204"/>
                    <a:pt x="148" y="217"/>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4528" name="Google Shape;4528;p35"/>
            <p:cNvSpPr/>
            <p:nvPr/>
          </p:nvSpPr>
          <p:spPr>
            <a:xfrm>
              <a:off x="4552469" y="4467561"/>
              <a:ext cx="64759" cy="65103"/>
            </a:xfrm>
            <a:custGeom>
              <a:avLst/>
              <a:gdLst/>
              <a:ahLst/>
              <a:cxnLst/>
              <a:rect l="l" t="t" r="r" b="b"/>
              <a:pathLst>
                <a:path w="189" h="190" extrusionOk="0">
                  <a:moveTo>
                    <a:pt x="189" y="95"/>
                  </a:moveTo>
                  <a:cubicBezTo>
                    <a:pt x="189" y="147"/>
                    <a:pt x="146" y="189"/>
                    <a:pt x="94" y="189"/>
                  </a:cubicBezTo>
                  <a:cubicBezTo>
                    <a:pt x="43" y="189"/>
                    <a:pt x="0" y="147"/>
                    <a:pt x="0" y="95"/>
                  </a:cubicBezTo>
                  <a:cubicBezTo>
                    <a:pt x="0" y="44"/>
                    <a:pt x="43" y="1"/>
                    <a:pt x="94" y="1"/>
                  </a:cubicBezTo>
                  <a:cubicBezTo>
                    <a:pt x="146" y="1"/>
                    <a:pt x="189" y="44"/>
                    <a:pt x="189" y="95"/>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grpSp>
      <p:sp>
        <p:nvSpPr>
          <p:cNvPr id="4531" name="Google Shape;4531;p35"/>
          <p:cNvSpPr/>
          <p:nvPr/>
        </p:nvSpPr>
        <p:spPr>
          <a:xfrm flipH="1">
            <a:off x="8421616" y="5571085"/>
            <a:ext cx="2929312" cy="1013819"/>
          </a:xfrm>
          <a:custGeom>
            <a:avLst/>
            <a:gdLst/>
            <a:ahLst/>
            <a:cxnLst/>
            <a:rect l="l" t="t" r="r" b="b"/>
            <a:pathLst>
              <a:path w="3288" h="1599" extrusionOk="0">
                <a:moveTo>
                  <a:pt x="3121" y="1"/>
                </a:moveTo>
                <a:cubicBezTo>
                  <a:pt x="3213" y="1"/>
                  <a:pt x="3288" y="76"/>
                  <a:pt x="3288" y="168"/>
                </a:cubicBezTo>
                <a:lnTo>
                  <a:pt x="3288" y="1434"/>
                </a:lnTo>
                <a:cubicBezTo>
                  <a:pt x="3288" y="1526"/>
                  <a:pt x="3213" y="1599"/>
                  <a:pt x="3121" y="1599"/>
                </a:cubicBezTo>
                <a:lnTo>
                  <a:pt x="167" y="1599"/>
                </a:lnTo>
                <a:cubicBezTo>
                  <a:pt x="75" y="1599"/>
                  <a:pt x="0" y="1526"/>
                  <a:pt x="0" y="1434"/>
                </a:cubicBezTo>
                <a:lnTo>
                  <a:pt x="0" y="168"/>
                </a:lnTo>
                <a:cubicBezTo>
                  <a:pt x="0" y="76"/>
                  <a:pt x="75" y="1"/>
                  <a:pt x="167" y="1"/>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grpSp>
        <p:nvGrpSpPr>
          <p:cNvPr id="4532" name="Google Shape;4532;p35"/>
          <p:cNvGrpSpPr/>
          <p:nvPr/>
        </p:nvGrpSpPr>
        <p:grpSpPr>
          <a:xfrm>
            <a:off x="8281864" y="5033834"/>
            <a:ext cx="3207728" cy="1218703"/>
            <a:chOff x="6252703" y="3348054"/>
            <a:chExt cx="2376323" cy="784459"/>
          </a:xfrm>
        </p:grpSpPr>
        <p:sp>
          <p:nvSpPr>
            <p:cNvPr id="4533" name="Google Shape;4533;p35"/>
            <p:cNvSpPr txBox="1"/>
            <p:nvPr/>
          </p:nvSpPr>
          <p:spPr>
            <a:xfrm flipH="1">
              <a:off x="6252703" y="3759313"/>
              <a:ext cx="2376323" cy="373200"/>
            </a:xfrm>
            <a:prstGeom prst="rect">
              <a:avLst/>
            </a:prstGeom>
            <a:noFill/>
            <a:ln>
              <a:noFill/>
            </a:ln>
          </p:spPr>
          <p:txBody>
            <a:bodyPr spcFirstLastPara="1" wrap="square" lIns="121900" tIns="121900" rIns="121900" bIns="121900" anchor="ctr" anchorCtr="0">
              <a:noAutofit/>
            </a:bodyPr>
            <a:lstStyle/>
            <a:p>
              <a:pPr algn="ctr"/>
              <a:r>
                <a:rPr lang="en-US" sz="1333" dirty="0">
                  <a:solidFill>
                    <a:schemeClr val="dk1"/>
                  </a:solidFill>
                  <a:latin typeface="Roboto"/>
                  <a:ea typeface="Roboto"/>
                  <a:cs typeface="Roboto"/>
                  <a:sym typeface="Roboto"/>
                </a:rPr>
                <a:t>HDMI-</a:t>
              </a:r>
              <a:r>
                <a:rPr lang="ru-RU" sz="1333" dirty="0">
                  <a:solidFill>
                    <a:schemeClr val="dk1"/>
                  </a:solidFill>
                  <a:latin typeface="Roboto"/>
                  <a:ea typeface="Roboto"/>
                  <a:cs typeface="Roboto"/>
                  <a:sym typeface="Roboto"/>
                </a:rPr>
                <a:t>дің алдыңғы нұсқасы болып табылатын және мониторлар, дисплейлер және проекциялар қолданатын ескі үлгідегі графикалық дисплей қосылымының түрі.</a:t>
              </a:r>
              <a:endParaRPr lang="en-US" sz="1333" dirty="0">
                <a:solidFill>
                  <a:schemeClr val="dk1"/>
                </a:solidFill>
                <a:latin typeface="Roboto"/>
                <a:ea typeface="Roboto"/>
                <a:cs typeface="Roboto"/>
                <a:sym typeface="Roboto"/>
              </a:endParaRPr>
            </a:p>
          </p:txBody>
        </p:sp>
        <p:sp>
          <p:nvSpPr>
            <p:cNvPr id="4534" name="Google Shape;4534;p35"/>
            <p:cNvSpPr txBox="1"/>
            <p:nvPr/>
          </p:nvSpPr>
          <p:spPr>
            <a:xfrm flipH="1">
              <a:off x="6448848" y="3348054"/>
              <a:ext cx="2081100" cy="211800"/>
            </a:xfrm>
            <a:prstGeom prst="rect">
              <a:avLst/>
            </a:prstGeom>
            <a:noFill/>
            <a:ln>
              <a:noFill/>
            </a:ln>
          </p:spPr>
          <p:txBody>
            <a:bodyPr spcFirstLastPara="1" wrap="square" lIns="121900" tIns="121900" rIns="121900" bIns="121900" anchor="ctr" anchorCtr="0">
              <a:noAutofit/>
            </a:bodyPr>
            <a:lstStyle/>
            <a:p>
              <a:pPr algn="ctr"/>
              <a:r>
                <a:rPr lang="en" sz="2267" b="1" dirty="0">
                  <a:solidFill>
                    <a:srgbClr val="434343"/>
                  </a:solidFill>
                  <a:latin typeface="Fira Sans Extra Condensed"/>
                  <a:ea typeface="Fira Sans Extra Condensed"/>
                  <a:cs typeface="Fira Sans Extra Condensed"/>
                  <a:sym typeface="Fira Sans Extra Condensed"/>
                </a:rPr>
                <a:t>VGA</a:t>
              </a:r>
              <a:endParaRPr sz="2267" b="1" dirty="0">
                <a:solidFill>
                  <a:srgbClr val="434343"/>
                </a:solidFill>
                <a:latin typeface="Fira Sans Extra Condensed"/>
                <a:ea typeface="Fira Sans Extra Condensed"/>
                <a:cs typeface="Fira Sans Extra Condensed"/>
                <a:sym typeface="Fira Sans Extra Condensed"/>
              </a:endParaRPr>
            </a:p>
          </p:txBody>
        </p:sp>
      </p:grpSp>
      <p:sp>
        <p:nvSpPr>
          <p:cNvPr id="4535" name="Google Shape;4535;p35"/>
          <p:cNvSpPr/>
          <p:nvPr/>
        </p:nvSpPr>
        <p:spPr>
          <a:xfrm flipH="1">
            <a:off x="8421616" y="3963028"/>
            <a:ext cx="2929312" cy="1013819"/>
          </a:xfrm>
          <a:custGeom>
            <a:avLst/>
            <a:gdLst/>
            <a:ahLst/>
            <a:cxnLst/>
            <a:rect l="l" t="t" r="r" b="b"/>
            <a:pathLst>
              <a:path w="3288" h="1599" extrusionOk="0">
                <a:moveTo>
                  <a:pt x="3121" y="1"/>
                </a:moveTo>
                <a:cubicBezTo>
                  <a:pt x="3213" y="1"/>
                  <a:pt x="3288" y="76"/>
                  <a:pt x="3288" y="168"/>
                </a:cubicBezTo>
                <a:lnTo>
                  <a:pt x="3288" y="1434"/>
                </a:lnTo>
                <a:cubicBezTo>
                  <a:pt x="3288" y="1526"/>
                  <a:pt x="3213" y="1599"/>
                  <a:pt x="3121" y="1599"/>
                </a:cubicBezTo>
                <a:lnTo>
                  <a:pt x="167" y="1599"/>
                </a:lnTo>
                <a:cubicBezTo>
                  <a:pt x="75" y="1599"/>
                  <a:pt x="0" y="1526"/>
                  <a:pt x="0" y="1434"/>
                </a:cubicBezTo>
                <a:lnTo>
                  <a:pt x="0" y="168"/>
                </a:lnTo>
                <a:cubicBezTo>
                  <a:pt x="0" y="76"/>
                  <a:pt x="75" y="1"/>
                  <a:pt x="167" y="1"/>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grpSp>
        <p:nvGrpSpPr>
          <p:cNvPr id="4536" name="Google Shape;4536;p35"/>
          <p:cNvGrpSpPr/>
          <p:nvPr/>
        </p:nvGrpSpPr>
        <p:grpSpPr>
          <a:xfrm>
            <a:off x="8477613" y="3597606"/>
            <a:ext cx="2895652" cy="1172245"/>
            <a:chOff x="6358209" y="2195284"/>
            <a:chExt cx="2171739" cy="879184"/>
          </a:xfrm>
        </p:grpSpPr>
        <p:sp>
          <p:nvSpPr>
            <p:cNvPr id="4537" name="Google Shape;4537;p35"/>
            <p:cNvSpPr txBox="1"/>
            <p:nvPr/>
          </p:nvSpPr>
          <p:spPr>
            <a:xfrm flipH="1">
              <a:off x="6358209" y="2701268"/>
              <a:ext cx="2081100" cy="373200"/>
            </a:xfrm>
            <a:prstGeom prst="rect">
              <a:avLst/>
            </a:prstGeom>
            <a:noFill/>
            <a:ln>
              <a:noFill/>
            </a:ln>
          </p:spPr>
          <p:txBody>
            <a:bodyPr spcFirstLastPara="1" wrap="square" lIns="121900" tIns="121900" rIns="121900" bIns="121900" anchor="ctr" anchorCtr="0">
              <a:noAutofit/>
            </a:bodyPr>
            <a:lstStyle/>
            <a:p>
              <a:pPr algn="ctr"/>
              <a:r>
                <a:rPr lang="ru-RU" sz="1200" dirty="0">
                  <a:solidFill>
                    <a:schemeClr val="dk1"/>
                  </a:solidFill>
                  <a:latin typeface="Roboto"/>
                  <a:ea typeface="Roboto"/>
                  <a:cs typeface="Roboto"/>
                  <a:sym typeface="Roboto"/>
                </a:rPr>
                <a:t>әдетте деректерді сақтау құрылғылары, қатты дискілердегі құрылғылар сияқты Интернеттің перифериялық құрылғылары қолданылады.</a:t>
              </a:r>
              <a:endParaRPr lang="en-US" sz="1200" dirty="0">
                <a:solidFill>
                  <a:schemeClr val="dk1"/>
                </a:solidFill>
                <a:latin typeface="Roboto"/>
                <a:ea typeface="Roboto"/>
                <a:cs typeface="Roboto"/>
                <a:sym typeface="Roboto"/>
              </a:endParaRPr>
            </a:p>
          </p:txBody>
        </p:sp>
        <p:sp>
          <p:nvSpPr>
            <p:cNvPr id="4538" name="Google Shape;4538;p35"/>
            <p:cNvSpPr txBox="1"/>
            <p:nvPr/>
          </p:nvSpPr>
          <p:spPr>
            <a:xfrm flipH="1">
              <a:off x="6448848" y="2195284"/>
              <a:ext cx="2081100" cy="211800"/>
            </a:xfrm>
            <a:prstGeom prst="rect">
              <a:avLst/>
            </a:prstGeom>
            <a:noFill/>
            <a:ln>
              <a:noFill/>
            </a:ln>
          </p:spPr>
          <p:txBody>
            <a:bodyPr spcFirstLastPara="1" wrap="square" lIns="121900" tIns="121900" rIns="121900" bIns="121900" anchor="ctr" anchorCtr="0">
              <a:noAutofit/>
            </a:bodyPr>
            <a:lstStyle/>
            <a:p>
              <a:pPr algn="ctr"/>
              <a:r>
                <a:rPr lang="en-US" sz="2267" b="1" dirty="0">
                  <a:solidFill>
                    <a:srgbClr val="434343"/>
                  </a:solidFill>
                  <a:latin typeface="Fira Sans Extra Condensed"/>
                  <a:ea typeface="Fira Sans Extra Condensed"/>
                  <a:cs typeface="Fira Sans Extra Condensed"/>
                  <a:sym typeface="Fira Sans Extra Condensed"/>
                </a:rPr>
                <a:t>SATA</a:t>
              </a:r>
            </a:p>
          </p:txBody>
        </p:sp>
      </p:grpSp>
      <p:sp>
        <p:nvSpPr>
          <p:cNvPr id="4539" name="Google Shape;4539;p35"/>
          <p:cNvSpPr/>
          <p:nvPr/>
        </p:nvSpPr>
        <p:spPr>
          <a:xfrm flipH="1">
            <a:off x="8421616" y="2451477"/>
            <a:ext cx="2929312" cy="1013819"/>
          </a:xfrm>
          <a:custGeom>
            <a:avLst/>
            <a:gdLst/>
            <a:ahLst/>
            <a:cxnLst/>
            <a:rect l="l" t="t" r="r" b="b"/>
            <a:pathLst>
              <a:path w="3288" h="1599" extrusionOk="0">
                <a:moveTo>
                  <a:pt x="3121" y="1"/>
                </a:moveTo>
                <a:cubicBezTo>
                  <a:pt x="3213" y="1"/>
                  <a:pt x="3288" y="76"/>
                  <a:pt x="3288" y="168"/>
                </a:cubicBezTo>
                <a:lnTo>
                  <a:pt x="3288" y="1434"/>
                </a:lnTo>
                <a:cubicBezTo>
                  <a:pt x="3288" y="1526"/>
                  <a:pt x="3213" y="1599"/>
                  <a:pt x="3121" y="1599"/>
                </a:cubicBezTo>
                <a:lnTo>
                  <a:pt x="167" y="1599"/>
                </a:lnTo>
                <a:cubicBezTo>
                  <a:pt x="75" y="1599"/>
                  <a:pt x="0" y="1526"/>
                  <a:pt x="0" y="1434"/>
                </a:cubicBezTo>
                <a:lnTo>
                  <a:pt x="0" y="168"/>
                </a:lnTo>
                <a:cubicBezTo>
                  <a:pt x="0" y="76"/>
                  <a:pt x="75" y="1"/>
                  <a:pt x="167" y="1"/>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grpSp>
        <p:nvGrpSpPr>
          <p:cNvPr id="4540" name="Google Shape;4540;p35"/>
          <p:cNvGrpSpPr/>
          <p:nvPr/>
        </p:nvGrpSpPr>
        <p:grpSpPr>
          <a:xfrm>
            <a:off x="8281865" y="2102189"/>
            <a:ext cx="3264545" cy="1259040"/>
            <a:chOff x="6211398" y="1073722"/>
            <a:chExt cx="2448409" cy="944280"/>
          </a:xfrm>
        </p:grpSpPr>
        <p:sp>
          <p:nvSpPr>
            <p:cNvPr id="4541" name="Google Shape;4541;p35"/>
            <p:cNvSpPr txBox="1"/>
            <p:nvPr/>
          </p:nvSpPr>
          <p:spPr>
            <a:xfrm flipH="1">
              <a:off x="6211398" y="1373186"/>
              <a:ext cx="2448409" cy="644816"/>
            </a:xfrm>
            <a:prstGeom prst="rect">
              <a:avLst/>
            </a:prstGeom>
            <a:noFill/>
            <a:ln>
              <a:noFill/>
            </a:ln>
          </p:spPr>
          <p:txBody>
            <a:bodyPr spcFirstLastPara="1" wrap="square" lIns="121900" tIns="121900" rIns="121900" bIns="121900" anchor="ctr" anchorCtr="0">
              <a:noAutofit/>
            </a:bodyPr>
            <a:lstStyle/>
            <a:p>
              <a:pPr algn="ctr"/>
              <a:r>
                <a:rPr lang="ru-RU" sz="1200" dirty="0">
                  <a:solidFill>
                    <a:schemeClr val="dk1"/>
                  </a:solidFill>
                  <a:latin typeface="Roboto"/>
                  <a:ea typeface="Roboto"/>
                  <a:cs typeface="Roboto"/>
                  <a:sym typeface="Roboto"/>
                </a:rPr>
                <a:t>графикалық карталар, желілік интерфейс тақталары, </a:t>
              </a:r>
              <a:r>
                <a:rPr lang="en-US" sz="1200" dirty="0">
                  <a:solidFill>
                    <a:schemeClr val="dk1"/>
                  </a:solidFill>
                  <a:latin typeface="Roboto"/>
                  <a:ea typeface="Roboto"/>
                  <a:cs typeface="Roboto"/>
                  <a:sym typeface="Roboto"/>
                </a:rPr>
                <a:t>Ethernet </a:t>
              </a:r>
              <a:r>
                <a:rPr lang="ru-RU" sz="1200" dirty="0">
                  <a:solidFill>
                    <a:schemeClr val="dk1"/>
                  </a:solidFill>
                  <a:latin typeface="Roboto"/>
                  <a:ea typeface="Roboto"/>
                  <a:cs typeface="Roboto"/>
                  <a:sym typeface="Roboto"/>
                </a:rPr>
                <a:t>карталары сияқты деректерді сенімді тасымалдау кезінде жоғары өткізу қабілеттілігін қажет ететін ішкі перифериялық құрылғылар пайдаланады.</a:t>
              </a:r>
              <a:endParaRPr lang="en-US" sz="1200" dirty="0">
                <a:solidFill>
                  <a:schemeClr val="dk1"/>
                </a:solidFill>
                <a:latin typeface="Roboto"/>
                <a:ea typeface="Roboto"/>
                <a:cs typeface="Roboto"/>
                <a:sym typeface="Roboto"/>
              </a:endParaRPr>
            </a:p>
          </p:txBody>
        </p:sp>
        <p:sp>
          <p:nvSpPr>
            <p:cNvPr id="4542" name="Google Shape;4542;p35"/>
            <p:cNvSpPr txBox="1"/>
            <p:nvPr/>
          </p:nvSpPr>
          <p:spPr>
            <a:xfrm flipH="1">
              <a:off x="6373737" y="1073722"/>
              <a:ext cx="2081100" cy="211800"/>
            </a:xfrm>
            <a:prstGeom prst="rect">
              <a:avLst/>
            </a:prstGeom>
            <a:noFill/>
            <a:ln>
              <a:noFill/>
            </a:ln>
          </p:spPr>
          <p:txBody>
            <a:bodyPr spcFirstLastPara="1" wrap="square" lIns="121900" tIns="121900" rIns="121900" bIns="121900" anchor="ctr" anchorCtr="0">
              <a:noAutofit/>
            </a:bodyPr>
            <a:lstStyle/>
            <a:p>
              <a:pPr algn="ctr"/>
              <a:r>
                <a:rPr lang="en" sz="2133" b="1" dirty="0">
                  <a:solidFill>
                    <a:srgbClr val="434343"/>
                  </a:solidFill>
                  <a:latin typeface="Fira Sans Extra Condensed"/>
                  <a:ea typeface="Fira Sans Extra Condensed"/>
                  <a:cs typeface="Fira Sans Extra Condensed"/>
                  <a:sym typeface="Fira Sans Extra Condensed"/>
                </a:rPr>
                <a:t>PCI</a:t>
              </a:r>
              <a:endParaRPr sz="2133" b="1" dirty="0">
                <a:solidFill>
                  <a:srgbClr val="434343"/>
                </a:solidFill>
                <a:latin typeface="Fira Sans Extra Condensed"/>
                <a:ea typeface="Fira Sans Extra Condensed"/>
                <a:cs typeface="Fira Sans Extra Condensed"/>
                <a:sym typeface="Fira Sans Extra Condensed"/>
              </a:endParaRPr>
            </a:p>
          </p:txBody>
        </p:sp>
      </p:grpSp>
      <p:sp>
        <p:nvSpPr>
          <p:cNvPr id="4543" name="Google Shape;4543;p35"/>
          <p:cNvSpPr/>
          <p:nvPr/>
        </p:nvSpPr>
        <p:spPr>
          <a:xfrm>
            <a:off x="829361" y="2776884"/>
            <a:ext cx="2929312" cy="1314027"/>
          </a:xfrm>
          <a:custGeom>
            <a:avLst/>
            <a:gdLst/>
            <a:ahLst/>
            <a:cxnLst/>
            <a:rect l="l" t="t" r="r" b="b"/>
            <a:pathLst>
              <a:path w="3288" h="1599" extrusionOk="0">
                <a:moveTo>
                  <a:pt x="3121" y="1"/>
                </a:moveTo>
                <a:cubicBezTo>
                  <a:pt x="3213" y="1"/>
                  <a:pt x="3288" y="76"/>
                  <a:pt x="3288" y="168"/>
                </a:cubicBezTo>
                <a:lnTo>
                  <a:pt x="3288" y="1434"/>
                </a:lnTo>
                <a:cubicBezTo>
                  <a:pt x="3288" y="1526"/>
                  <a:pt x="3213" y="1599"/>
                  <a:pt x="3121" y="1599"/>
                </a:cubicBezTo>
                <a:lnTo>
                  <a:pt x="167" y="1599"/>
                </a:lnTo>
                <a:cubicBezTo>
                  <a:pt x="75" y="1599"/>
                  <a:pt x="0" y="1526"/>
                  <a:pt x="0" y="1434"/>
                </a:cubicBezTo>
                <a:lnTo>
                  <a:pt x="0" y="168"/>
                </a:lnTo>
                <a:cubicBezTo>
                  <a:pt x="0" y="76"/>
                  <a:pt x="75" y="1"/>
                  <a:pt x="167" y="1"/>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grpSp>
        <p:nvGrpSpPr>
          <p:cNvPr id="4544" name="Google Shape;4544;p35"/>
          <p:cNvGrpSpPr/>
          <p:nvPr/>
        </p:nvGrpSpPr>
        <p:grpSpPr>
          <a:xfrm>
            <a:off x="652961" y="2451882"/>
            <a:ext cx="3289608" cy="1302473"/>
            <a:chOff x="489721" y="1335991"/>
            <a:chExt cx="2368023" cy="976855"/>
          </a:xfrm>
        </p:grpSpPr>
        <p:sp>
          <p:nvSpPr>
            <p:cNvPr id="4545" name="Google Shape;4545;p35"/>
            <p:cNvSpPr txBox="1"/>
            <p:nvPr/>
          </p:nvSpPr>
          <p:spPr>
            <a:xfrm>
              <a:off x="489721" y="1931703"/>
              <a:ext cx="2368023" cy="381143"/>
            </a:xfrm>
            <a:prstGeom prst="rect">
              <a:avLst/>
            </a:prstGeom>
            <a:noFill/>
            <a:ln>
              <a:noFill/>
            </a:ln>
          </p:spPr>
          <p:txBody>
            <a:bodyPr spcFirstLastPara="1" wrap="square" lIns="121900" tIns="121900" rIns="121900" bIns="121900" anchor="ctr" anchorCtr="0">
              <a:noAutofit/>
            </a:bodyPr>
            <a:lstStyle/>
            <a:p>
              <a:pPr algn="ctr"/>
              <a:r>
                <a:rPr lang="ru-RU" sz="1200" dirty="0">
                  <a:solidFill>
                    <a:schemeClr val="dk1"/>
                  </a:solidFill>
                  <a:latin typeface="Roboto"/>
                  <a:ea typeface="Roboto"/>
                  <a:cs typeface="Roboto"/>
                  <a:sym typeface="Roboto"/>
                </a:rPr>
                <a:t>перифериялық құрылғыларға арналған ең танымал және қарапайым байланыс түрі және протокол. Бұл күндері перифериялық құрылғылардың көпшілігі </a:t>
              </a:r>
              <a:r>
                <a:rPr lang="en-US" sz="1200" dirty="0">
                  <a:solidFill>
                    <a:schemeClr val="dk1"/>
                  </a:solidFill>
                  <a:latin typeface="Roboto"/>
                  <a:ea typeface="Roboto"/>
                  <a:cs typeface="Roboto"/>
                  <a:sym typeface="Roboto"/>
                </a:rPr>
                <a:t>USB </a:t>
              </a:r>
              <a:r>
                <a:rPr lang="ru-RU" sz="1200" dirty="0">
                  <a:solidFill>
                    <a:schemeClr val="dk1"/>
                  </a:solidFill>
                  <a:latin typeface="Roboto"/>
                  <a:ea typeface="Roboto"/>
                  <a:cs typeface="Roboto"/>
                  <a:sym typeface="Roboto"/>
                </a:rPr>
                <a:t>қосылымы арқылы қосылады, себебі оның </a:t>
              </a:r>
              <a:r>
                <a:rPr lang="en-US" sz="1200" dirty="0">
                  <a:solidFill>
                    <a:schemeClr val="dk1"/>
                  </a:solidFill>
                  <a:latin typeface="Roboto"/>
                  <a:ea typeface="Roboto"/>
                  <a:cs typeface="Roboto"/>
                  <a:sym typeface="Roboto"/>
                </a:rPr>
                <a:t>plug and play </a:t>
              </a:r>
              <a:r>
                <a:rPr lang="ru-RU" sz="1200" dirty="0">
                  <a:solidFill>
                    <a:schemeClr val="dk1"/>
                  </a:solidFill>
                  <a:latin typeface="Roboto"/>
                  <a:ea typeface="Roboto"/>
                  <a:cs typeface="Roboto"/>
                  <a:sym typeface="Roboto"/>
                </a:rPr>
                <a:t>функциясы және бірнеше порттары бар.</a:t>
              </a:r>
              <a:endParaRPr lang="en-US" sz="1200" dirty="0">
                <a:solidFill>
                  <a:schemeClr val="dk1"/>
                </a:solidFill>
                <a:latin typeface="Roboto"/>
                <a:ea typeface="Roboto"/>
                <a:cs typeface="Roboto"/>
                <a:sym typeface="Roboto"/>
              </a:endParaRPr>
            </a:p>
          </p:txBody>
        </p:sp>
        <p:sp>
          <p:nvSpPr>
            <p:cNvPr id="4546" name="Google Shape;4546;p35"/>
            <p:cNvSpPr txBox="1"/>
            <p:nvPr/>
          </p:nvSpPr>
          <p:spPr>
            <a:xfrm>
              <a:off x="638847" y="1335991"/>
              <a:ext cx="2084700" cy="210300"/>
            </a:xfrm>
            <a:prstGeom prst="rect">
              <a:avLst/>
            </a:prstGeom>
            <a:noFill/>
            <a:ln>
              <a:noFill/>
            </a:ln>
          </p:spPr>
          <p:txBody>
            <a:bodyPr spcFirstLastPara="1" wrap="square" lIns="121900" tIns="121900" rIns="121900" bIns="121900" anchor="ctr" anchorCtr="0">
              <a:noAutofit/>
            </a:bodyPr>
            <a:lstStyle/>
            <a:p>
              <a:pPr algn="ctr"/>
              <a:r>
                <a:rPr lang="en" sz="2267" b="1" dirty="0">
                  <a:solidFill>
                    <a:srgbClr val="434343"/>
                  </a:solidFill>
                  <a:latin typeface="Fira Sans Extra Condensed"/>
                  <a:ea typeface="Fira Sans Extra Condensed"/>
                  <a:cs typeface="Fira Sans Extra Condensed"/>
                  <a:sym typeface="Fira Sans Extra Condensed"/>
                </a:rPr>
                <a:t>USB</a:t>
              </a:r>
              <a:endParaRPr sz="2267" b="1" dirty="0">
                <a:solidFill>
                  <a:srgbClr val="434343"/>
                </a:solidFill>
                <a:latin typeface="Fira Sans Extra Condensed"/>
                <a:ea typeface="Fira Sans Extra Condensed"/>
                <a:cs typeface="Fira Sans Extra Condensed"/>
                <a:sym typeface="Fira Sans Extra Condensed"/>
              </a:endParaRPr>
            </a:p>
          </p:txBody>
        </p:sp>
      </p:grpSp>
      <p:sp>
        <p:nvSpPr>
          <p:cNvPr id="4551" name="Google Shape;4551;p35"/>
          <p:cNvSpPr/>
          <p:nvPr/>
        </p:nvSpPr>
        <p:spPr>
          <a:xfrm>
            <a:off x="829361" y="4634801"/>
            <a:ext cx="2929312" cy="1013840"/>
          </a:xfrm>
          <a:custGeom>
            <a:avLst/>
            <a:gdLst/>
            <a:ahLst/>
            <a:cxnLst/>
            <a:rect l="l" t="t" r="r" b="b"/>
            <a:pathLst>
              <a:path w="3288" h="1599" extrusionOk="0">
                <a:moveTo>
                  <a:pt x="3121" y="1"/>
                </a:moveTo>
                <a:cubicBezTo>
                  <a:pt x="3213" y="1"/>
                  <a:pt x="3288" y="76"/>
                  <a:pt x="3288" y="168"/>
                </a:cubicBezTo>
                <a:lnTo>
                  <a:pt x="3288" y="1434"/>
                </a:lnTo>
                <a:cubicBezTo>
                  <a:pt x="3288" y="1526"/>
                  <a:pt x="3213" y="1599"/>
                  <a:pt x="3121" y="1599"/>
                </a:cubicBezTo>
                <a:lnTo>
                  <a:pt x="167" y="1599"/>
                </a:lnTo>
                <a:cubicBezTo>
                  <a:pt x="75" y="1599"/>
                  <a:pt x="0" y="1526"/>
                  <a:pt x="0" y="1434"/>
                </a:cubicBezTo>
                <a:lnTo>
                  <a:pt x="0" y="168"/>
                </a:lnTo>
                <a:cubicBezTo>
                  <a:pt x="0" y="76"/>
                  <a:pt x="75" y="1"/>
                  <a:pt x="167" y="1"/>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grpSp>
        <p:nvGrpSpPr>
          <p:cNvPr id="4552" name="Google Shape;4552;p35"/>
          <p:cNvGrpSpPr/>
          <p:nvPr/>
        </p:nvGrpSpPr>
        <p:grpSpPr>
          <a:xfrm>
            <a:off x="902211" y="4472034"/>
            <a:ext cx="2890199" cy="1146508"/>
            <a:chOff x="676658" y="2851105"/>
            <a:chExt cx="2167649" cy="859881"/>
          </a:xfrm>
        </p:grpSpPr>
        <p:sp>
          <p:nvSpPr>
            <p:cNvPr id="4553" name="Google Shape;4553;p35"/>
            <p:cNvSpPr txBox="1"/>
            <p:nvPr/>
          </p:nvSpPr>
          <p:spPr>
            <a:xfrm>
              <a:off x="676658" y="3089942"/>
              <a:ext cx="2084700" cy="621044"/>
            </a:xfrm>
            <a:prstGeom prst="rect">
              <a:avLst/>
            </a:prstGeom>
            <a:noFill/>
            <a:ln>
              <a:noFill/>
            </a:ln>
          </p:spPr>
          <p:txBody>
            <a:bodyPr spcFirstLastPara="1" wrap="square" lIns="121900" tIns="121900" rIns="121900" bIns="121900" anchor="ctr" anchorCtr="0">
              <a:noAutofit/>
            </a:bodyPr>
            <a:lstStyle/>
            <a:p>
              <a:pPr algn="ctr"/>
              <a:r>
                <a:rPr lang="ru-RU" sz="1200" dirty="0">
                  <a:solidFill>
                    <a:schemeClr val="dk1"/>
                  </a:solidFill>
                  <a:latin typeface="Roboto"/>
                  <a:ea typeface="Roboto"/>
                  <a:cs typeface="Roboto"/>
                  <a:sym typeface="Roboto"/>
                </a:rPr>
                <a:t>мониторлар, дисплейлер мен проекциялар қосылатын танымал жаңа буын қосылымы.</a:t>
              </a:r>
              <a:endParaRPr sz="800" dirty="0">
                <a:solidFill>
                  <a:srgbClr val="434343"/>
                </a:solidFill>
                <a:latin typeface="Roboto"/>
                <a:ea typeface="Roboto"/>
                <a:cs typeface="Roboto"/>
                <a:sym typeface="Roboto"/>
              </a:endParaRPr>
            </a:p>
          </p:txBody>
        </p:sp>
        <p:sp>
          <p:nvSpPr>
            <p:cNvPr id="4554" name="Google Shape;4554;p35"/>
            <p:cNvSpPr txBox="1"/>
            <p:nvPr/>
          </p:nvSpPr>
          <p:spPr>
            <a:xfrm>
              <a:off x="759607" y="2851105"/>
              <a:ext cx="2084700" cy="210300"/>
            </a:xfrm>
            <a:prstGeom prst="rect">
              <a:avLst/>
            </a:prstGeom>
            <a:noFill/>
            <a:ln>
              <a:noFill/>
            </a:ln>
          </p:spPr>
          <p:txBody>
            <a:bodyPr spcFirstLastPara="1" wrap="square" lIns="121900" tIns="121900" rIns="121900" bIns="121900" anchor="ctr" anchorCtr="0">
              <a:noAutofit/>
            </a:bodyPr>
            <a:lstStyle/>
            <a:p>
              <a:pPr algn="ctr"/>
              <a:r>
                <a:rPr lang="en-US" sz="2267" b="1" dirty="0">
                  <a:solidFill>
                    <a:srgbClr val="434343"/>
                  </a:solidFill>
                  <a:latin typeface="Fira Sans Extra Condensed"/>
                  <a:ea typeface="Fira Sans Extra Condensed"/>
                  <a:cs typeface="Fira Sans Extra Condensed"/>
                  <a:sym typeface="Fira Sans Extra Condensed"/>
                </a:rPr>
                <a:t>HDMI</a:t>
              </a:r>
              <a:endParaRPr sz="2267" b="1" dirty="0">
                <a:solidFill>
                  <a:srgbClr val="434343"/>
                </a:solidFill>
                <a:latin typeface="Fira Sans Extra Condensed"/>
                <a:ea typeface="Fira Sans Extra Condensed"/>
                <a:cs typeface="Fira Sans Extra Condensed"/>
                <a:sym typeface="Fira Sans Extra Condensed"/>
              </a:endParaRPr>
            </a:p>
          </p:txBody>
        </p:sp>
      </p:grpSp>
      <p:sp>
        <p:nvSpPr>
          <p:cNvPr id="4555" name="Google Shape;4555;p35"/>
          <p:cNvSpPr txBox="1">
            <a:spLocks noGrp="1"/>
          </p:cNvSpPr>
          <p:nvPr>
            <p:ph type="title"/>
          </p:nvPr>
        </p:nvSpPr>
        <p:spPr>
          <a:xfrm>
            <a:off x="411909" y="96098"/>
            <a:ext cx="11360800" cy="763600"/>
          </a:xfrm>
          <a:prstGeom prst="rect">
            <a:avLst/>
          </a:prstGeom>
        </p:spPr>
        <p:txBody>
          <a:bodyPr spcFirstLastPara="1" vert="horz" wrap="square" lIns="121900" tIns="121900" rIns="121900" bIns="121900" rtlCol="0" anchor="ctr" anchorCtr="0">
            <a:noAutofit/>
          </a:bodyPr>
          <a:lstStyle/>
          <a:p>
            <a:pPr algn="ctr">
              <a:spcBef>
                <a:spcPts val="0"/>
              </a:spcBef>
            </a:pPr>
            <a:r>
              <a:rPr lang="ru-RU" dirty="0">
                <a:latin typeface="Times New Roman" panose="02020603050405020304" pitchFamily="18" charset="0"/>
                <a:cs typeface="Times New Roman" panose="02020603050405020304" pitchFamily="18" charset="0"/>
              </a:rPr>
              <a:t>Қосылым</a:t>
            </a:r>
            <a:r>
              <a:rPr lang="kk-KZ" dirty="0">
                <a:latin typeface="Times New Roman" panose="02020603050405020304" pitchFamily="18" charset="0"/>
                <a:cs typeface="Times New Roman" panose="02020603050405020304" pitchFamily="18" charset="0"/>
              </a:rPr>
              <a:t> типтері</a:t>
            </a:r>
            <a:endParaRPr dirty="0">
              <a:latin typeface="Times New Roman" panose="02020603050405020304" pitchFamily="18" charset="0"/>
              <a:cs typeface="Times New Roman" panose="02020603050405020304" pitchFamily="18" charset="0"/>
            </a:endParaRPr>
          </a:p>
        </p:txBody>
      </p:sp>
      <p:sp>
        <p:nvSpPr>
          <p:cNvPr id="4556" name="Google Shape;4556;p35"/>
          <p:cNvSpPr/>
          <p:nvPr/>
        </p:nvSpPr>
        <p:spPr>
          <a:xfrm>
            <a:off x="6048908" y="2337719"/>
            <a:ext cx="86803" cy="86804"/>
          </a:xfrm>
          <a:custGeom>
            <a:avLst/>
            <a:gdLst/>
            <a:ahLst/>
            <a:cxnLst/>
            <a:rect l="l" t="t" r="r" b="b"/>
            <a:pathLst>
              <a:path w="190" h="190" extrusionOk="0">
                <a:moveTo>
                  <a:pt x="189" y="95"/>
                </a:moveTo>
                <a:cubicBezTo>
                  <a:pt x="189" y="147"/>
                  <a:pt x="146" y="189"/>
                  <a:pt x="95" y="189"/>
                </a:cubicBezTo>
                <a:cubicBezTo>
                  <a:pt x="43" y="189"/>
                  <a:pt x="1" y="147"/>
                  <a:pt x="1" y="95"/>
                </a:cubicBezTo>
                <a:cubicBezTo>
                  <a:pt x="1" y="44"/>
                  <a:pt x="43" y="1"/>
                  <a:pt x="95" y="1"/>
                </a:cubicBezTo>
                <a:cubicBezTo>
                  <a:pt x="146" y="1"/>
                  <a:pt x="189" y="44"/>
                  <a:pt x="189" y="95"/>
                </a:cubicBezTo>
                <a:close/>
              </a:path>
            </a:pathLst>
          </a:custGeom>
          <a:solidFill>
            <a:srgbClr val="F6F6F6"/>
          </a:solidFill>
          <a:ln>
            <a:noFill/>
          </a:ln>
        </p:spPr>
        <p:txBody>
          <a:bodyPr spcFirstLastPara="1" wrap="square" lIns="121900" tIns="121900" rIns="121900" bIns="121900" anchor="ctr" anchorCtr="0">
            <a:noAutofit/>
          </a:bodyPr>
          <a:lstStyle/>
          <a:p>
            <a:endParaRPr sz="2400"/>
          </a:p>
        </p:txBody>
      </p:sp>
      <p:pic>
        <p:nvPicPr>
          <p:cNvPr id="2" name="Picture 2" descr="Зачем на мониторе разъемы USB - Hi-Tech Mail.ru">
            <a:extLst>
              <a:ext uri="{FF2B5EF4-FFF2-40B4-BE49-F238E27FC236}">
                <a16:creationId xmlns="" xmlns:a16="http://schemas.microsoft.com/office/drawing/2014/main" id="{D2E31DFF-8D69-7B78-4C95-75FA0BC546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35398" y="3284034"/>
            <a:ext cx="992479" cy="65999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Что такое PCI, PCIe, PCI Express?">
            <a:extLst>
              <a:ext uri="{FF2B5EF4-FFF2-40B4-BE49-F238E27FC236}">
                <a16:creationId xmlns="" xmlns:a16="http://schemas.microsoft.com/office/drawing/2014/main" id="{AAFD332D-9ED7-7CA7-2AE6-32615998B1E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891" t="39574" r="45667" b="12363"/>
          <a:stretch/>
        </p:blipFill>
        <p:spPr bwMode="auto">
          <a:xfrm>
            <a:off x="6742661" y="2602455"/>
            <a:ext cx="1058240" cy="73926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Vention SATA 15P Power Extension Cable 0.3M Black - Power Cable |  Alzashop.com">
            <a:extLst>
              <a:ext uri="{FF2B5EF4-FFF2-40B4-BE49-F238E27FC236}">
                <a16:creationId xmlns="" xmlns:a16="http://schemas.microsoft.com/office/drawing/2014/main" id="{E94AA9A9-A2A4-B600-4E60-4229548BB22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28286"/>
          <a:stretch/>
        </p:blipFill>
        <p:spPr bwMode="auto">
          <a:xfrm>
            <a:off x="6796698" y="4085912"/>
            <a:ext cx="982476" cy="7045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Какой HDMI лучше выбрать: версии, производители, скорость">
            <a:extLst>
              <a:ext uri="{FF2B5EF4-FFF2-40B4-BE49-F238E27FC236}">
                <a16:creationId xmlns="" xmlns:a16="http://schemas.microsoft.com/office/drawing/2014/main" id="{7536287A-2198-395E-A2D1-D328BF5AAA2A}"/>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9324" t="18676" r="7766" b="16160"/>
          <a:stretch/>
        </p:blipFill>
        <p:spPr bwMode="auto">
          <a:xfrm>
            <a:off x="4241430" y="4795464"/>
            <a:ext cx="1161381" cy="6138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Кабель VGA (30м) - 2L-2530, ATEN Кабели VGA | ATEN Russia">
            <a:extLst>
              <a:ext uri="{FF2B5EF4-FFF2-40B4-BE49-F238E27FC236}">
                <a16:creationId xmlns="" xmlns:a16="http://schemas.microsoft.com/office/drawing/2014/main" id="{99E53306-A4F2-A9A2-AC2D-2945531D216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6576" t="23388" r="14497" b="11771"/>
          <a:stretch/>
        </p:blipFill>
        <p:spPr bwMode="auto">
          <a:xfrm>
            <a:off x="6700441" y="5673411"/>
            <a:ext cx="1173017" cy="6745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61A8085C-0F92-5B55-568A-64EFA4CA6F51}"/>
              </a:ext>
            </a:extLst>
          </p:cNvPr>
          <p:cNvSpPr txBox="1"/>
          <p:nvPr/>
        </p:nvSpPr>
        <p:spPr>
          <a:xfrm>
            <a:off x="735902" y="796221"/>
            <a:ext cx="10889785" cy="1446550"/>
          </a:xfrm>
          <a:prstGeom prst="rect">
            <a:avLst/>
          </a:prstGeom>
          <a:noFill/>
        </p:spPr>
        <p:txBody>
          <a:bodyPr wrap="square">
            <a:spAutoFit/>
          </a:bodyPr>
          <a:lstStyle/>
          <a:p>
            <a:pPr algn="just"/>
            <a:r>
              <a:rPr lang="ru-RU" sz="2200" b="1" dirty="0">
                <a:latin typeface="Times New Roman" panose="02020603050405020304" pitchFamily="18" charset="0"/>
                <a:cs typeface="Times New Roman" panose="02020603050405020304" pitchFamily="18" charset="0"/>
              </a:rPr>
              <a:t>Перифериялық құрылғылар </a:t>
            </a:r>
            <a:r>
              <a:rPr lang="ru-RU" sz="2200" dirty="0">
                <a:latin typeface="Times New Roman" panose="02020603050405020304" pitchFamily="18" charset="0"/>
                <a:cs typeface="Times New Roman" panose="02020603050405020304" pitchFamily="18" charset="0"/>
              </a:rPr>
              <a:t>негізгі компьютерлік жүйелерге аналық плата арқылы әртүрлі протоколдар мен қосылым түрлері арқылы қосылады. Әрбір қосылым түрінің өз кабелі, штепселі және Протокол түрі бар. Төменде біз перифериялық қосылыстардың кейбір танымал түрлерін тізімдейміз.</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Легкий дым">
  <a:themeElements>
    <a:clrScheme name="Легкий дым">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Легкий дым">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Легкий дым">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357</TotalTime>
  <Words>1642</Words>
  <Application>Microsoft Office PowerPoint</Application>
  <PresentationFormat>Широкоэкранный</PresentationFormat>
  <Paragraphs>155</Paragraphs>
  <Slides>19</Slides>
  <Notes>3</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19</vt:i4>
      </vt:variant>
    </vt:vector>
  </HeadingPairs>
  <TitlesOfParts>
    <vt:vector size="29" baseType="lpstr">
      <vt:lpstr>Arial</vt:lpstr>
      <vt:lpstr>Calibri</vt:lpstr>
      <vt:lpstr>Century Gothic</vt:lpstr>
      <vt:lpstr>Fira Sans Extra Condensed</vt:lpstr>
      <vt:lpstr>Fira Sans Extra Condensed Medium</vt:lpstr>
      <vt:lpstr>Roboto</vt:lpstr>
      <vt:lpstr>Times New Roman</vt:lpstr>
      <vt:lpstr>Wingdings</vt:lpstr>
      <vt:lpstr>Wingdings 3</vt:lpstr>
      <vt:lpstr>Легкий дым</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3. Перифериялық құрылғылар</vt:lpstr>
      <vt:lpstr>Енгізу құрылғылары. Монитор</vt:lpstr>
      <vt:lpstr>Қосылым типтері</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banu180673@gmail.com</dc:creator>
  <cp:lastModifiedBy>Учетная запись Майкрософт</cp:lastModifiedBy>
  <cp:revision>9</cp:revision>
  <dcterms:created xsi:type="dcterms:W3CDTF">2024-01-17T08:37:28Z</dcterms:created>
  <dcterms:modified xsi:type="dcterms:W3CDTF">2024-09-17T05:51:17Z</dcterms:modified>
</cp:coreProperties>
</file>