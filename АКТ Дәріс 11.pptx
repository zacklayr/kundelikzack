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482" r:id="rId2"/>
    <p:sldId id="264" r:id="rId3"/>
    <p:sldId id="483" r:id="rId4"/>
    <p:sldId id="484" r:id="rId5"/>
    <p:sldId id="263" r:id="rId6"/>
    <p:sldId id="266" r:id="rId7"/>
    <p:sldId id="267" r:id="rId8"/>
    <p:sldId id="269" r:id="rId9"/>
    <p:sldId id="268" r:id="rId10"/>
    <p:sldId id="485" r:id="rId11"/>
    <p:sldId id="486" r:id="rId12"/>
    <p:sldId id="487" r:id="rId13"/>
    <p:sldId id="489" r:id="rId14"/>
    <p:sldId id="488" r:id="rId15"/>
    <p:sldId id="490" r:id="rId16"/>
    <p:sldId id="491" r:id="rId17"/>
    <p:sldId id="492" r:id="rId18"/>
    <p:sldId id="493" r:id="rId19"/>
    <p:sldId id="494" r:id="rId20"/>
    <p:sldId id="495" r:id="rId21"/>
    <p:sldId id="49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7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A15568-F59D-4133-9D9C-83EE23AAF45C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6AECD1-6EE3-4834-A27A-3429CD288495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68698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0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40999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6068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585879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07467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72841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K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6499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228384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33137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855521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27193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454A1C78-3E6C-495E-945A-223D36D1EEFA}" type="datetimeFigureOut">
              <a:rPr lang="ru-KZ" smtClean="0"/>
              <a:t>11.11.2024</a:t>
            </a:fld>
            <a:endParaRPr lang="ru-K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7E3A789-DA32-46C3-86ED-E99862F44FE2}" type="slidenum">
              <a:rPr lang="ru-KZ" smtClean="0"/>
              <a:t>‹#›</a:t>
            </a:fld>
            <a:endParaRPr lang="ru-K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190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852649"/>
          </a:xfrm>
        </p:spPr>
        <p:txBody>
          <a:bodyPr/>
          <a:lstStyle/>
          <a:p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</a:t>
            </a:r>
            <a:r>
              <a:rPr lang="kk-K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 технологиялар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87810" y="1336068"/>
            <a:ext cx="10058400" cy="4023360"/>
          </a:xfrm>
        </p:spPr>
        <p:txBody>
          <a:bodyPr>
            <a:norm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деген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не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Мультимедиа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салалары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Мультимедиа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4504" y="3822492"/>
            <a:ext cx="3607495" cy="2562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977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36701"/>
            <a:ext cx="10058400" cy="702303"/>
          </a:xfrm>
        </p:spPr>
        <p:txBody>
          <a:bodyPr>
            <a:normAutofit fontScale="90000"/>
          </a:bodyPr>
          <a:lstStyle/>
          <a:p>
            <a:r>
              <a:rPr lang="ru-RU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</a:t>
            </a:r>
            <a:r>
              <a:rPr lang="kk-KZ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 технологиялар</a:t>
            </a:r>
            <a:endParaRPr lang="ru-KZ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CC963E6-A72B-6749-097C-5706C2F0FC1D}"/>
              </a:ext>
            </a:extLst>
          </p:cNvPr>
          <p:cNvSpPr txBox="1"/>
          <p:nvPr/>
        </p:nvSpPr>
        <p:spPr>
          <a:xfrm>
            <a:off x="225352" y="839004"/>
            <a:ext cx="117218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"Мультимедиа"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термині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сөзден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құралған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"мульти"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"медиа</a:t>
            </a:r>
            <a:r>
              <a:rPr lang="ru-RU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Мульти"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(лат.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multus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"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мағынаны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көптүрлілігін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"Медиа"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(лат.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– "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тасымалдаушы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"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мағынаны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тарату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тәсілдерін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көрсетеді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графика, аудио,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анимация)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бірігуі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уақытта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бірнеше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коммуникациялық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пайдаланып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жан-жақт</a:t>
            </a:r>
            <a:r>
              <a:rPr lang="kk-KZ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ы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Мультимедиа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жүйелері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жасайды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5FAAFA47-1641-45EB-6362-6A3ED2DA5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1680" y="3761376"/>
            <a:ext cx="2560320" cy="256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566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4793" y="466484"/>
            <a:ext cx="11527437" cy="1707090"/>
          </a:xfrm>
        </p:spPr>
        <p:txBody>
          <a:bodyPr>
            <a:noAutofit/>
          </a:bodyPr>
          <a:lstStyle/>
          <a:p>
            <a:r>
              <a:rPr lang="ru-RU" sz="43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4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3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деген</a:t>
            </a:r>
            <a:r>
              <a:rPr lang="ru-RU" sz="4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не?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2791" y="1719868"/>
            <a:ext cx="11049655" cy="2822947"/>
          </a:xfrm>
        </p:spPr>
        <p:txBody>
          <a:bodyPr/>
          <a:lstStyle/>
          <a:p>
            <a:pPr algn="just"/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графика, анимация,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бейнені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біріктіретін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жиынтығы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тұтынушыларға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Мультимедиа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көбіне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беру, маркетинг,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индустриясы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кинематография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кәсіпорындардың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ішкі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сыртқы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байланысында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561" y="3598434"/>
            <a:ext cx="4272196" cy="3201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31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59566" y="404735"/>
            <a:ext cx="1109272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k-KZ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k-KZ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kk-KZ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18" t="9311" r="9837" b="6717"/>
          <a:stretch/>
        </p:blipFill>
        <p:spPr bwMode="auto">
          <a:xfrm>
            <a:off x="5816185" y="1778086"/>
            <a:ext cx="5681272" cy="433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92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262" y="1083468"/>
            <a:ext cx="10885857" cy="70230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EACBCA77-9D95-146D-C49F-6094CAD496A2}"/>
              </a:ext>
            </a:extLst>
          </p:cNvPr>
          <p:cNvSpPr txBox="1"/>
          <p:nvPr/>
        </p:nvSpPr>
        <p:spPr>
          <a:xfrm>
            <a:off x="2746473" y="2585985"/>
            <a:ext cx="555752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қарапайым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Тиімді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мәтіннің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көлемін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оны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қабылдауға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оңай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болуын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23" descr="E:\userdata\Desktop\Новая папка\01-extremely-awesome-typography.jpg">
            <a:extLst>
              <a:ext uri="{FF2B5EF4-FFF2-40B4-BE49-F238E27FC236}">
                <a16:creationId xmlns:a16="http://schemas.microsoft.com/office/drawing/2014/main" xmlns="" id="{E9D46752-A58A-8177-CBDF-17EBAF4FC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42948">
            <a:off x="255051" y="2419864"/>
            <a:ext cx="2168525" cy="162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4" descr="E:\userdata\Desktop\Новая папка\typography-self-portrait-stacy-benson.jpg">
            <a:extLst>
              <a:ext uri="{FF2B5EF4-FFF2-40B4-BE49-F238E27FC236}">
                <a16:creationId xmlns:a16="http://schemas.microsoft.com/office/drawing/2014/main" xmlns="" id="{A642AF56-1790-7587-44BB-44217D299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5514">
            <a:off x="8841777" y="2245747"/>
            <a:ext cx="3044825" cy="217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1078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AB17D0-1B2C-8B0D-FF47-4064F9622466}"/>
              </a:ext>
            </a:extLst>
          </p:cNvPr>
          <p:cNvSpPr txBox="1"/>
          <p:nvPr/>
        </p:nvSpPr>
        <p:spPr>
          <a:xfrm>
            <a:off x="674557" y="2036059"/>
            <a:ext cx="10792918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 (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Кескіндер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иллюстрациялар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мәліметтерді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Дұрыс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берілген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сөзден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</a:p>
        </p:txBody>
      </p:sp>
      <p:pic>
        <p:nvPicPr>
          <p:cNvPr id="6" name="Picture 2" descr="E:\userdata\Desktop\Новая папка\images.jpg">
            <a:extLst>
              <a:ext uri="{FF2B5EF4-FFF2-40B4-BE49-F238E27FC236}">
                <a16:creationId xmlns:a16="http://schemas.microsoft.com/office/drawing/2014/main" xmlns="" id="{B87D5CFF-3732-2669-A602-A8F3E96FEC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" y="3931920"/>
            <a:ext cx="3890646" cy="194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 descr="E:\userdata\Desktop\Новая папка\photographic_design_001.jpg">
            <a:extLst>
              <a:ext uri="{FF2B5EF4-FFF2-40B4-BE49-F238E27FC236}">
                <a16:creationId xmlns:a16="http://schemas.microsoft.com/office/drawing/2014/main" xmlns="" id="{76687DB8-D07F-73E9-39FB-819B065DB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3698054"/>
            <a:ext cx="3629660" cy="241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 txBox="1">
            <a:spLocks/>
          </p:cNvSpPr>
          <p:nvPr/>
        </p:nvSpPr>
        <p:spPr>
          <a:xfrm>
            <a:off x="304051" y="1016767"/>
            <a:ext cx="11163424" cy="7023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9308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AB17D0-1B2C-8B0D-FF47-4064F9622466}"/>
              </a:ext>
            </a:extLst>
          </p:cNvPr>
          <p:cNvSpPr txBox="1"/>
          <p:nvPr/>
        </p:nvSpPr>
        <p:spPr>
          <a:xfrm>
            <a:off x="944880" y="2182505"/>
            <a:ext cx="641096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Қозғалыс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кадрлар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тізбегін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Ол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ойын-сауық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ғылыми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зерттеулер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т. б.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сияқты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шешуші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рөл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атқарады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E:\userdata\Downloads\3d-animated-gifs-animation-3d-gifs-animated-gifs-animations-sN3vbN-clipart.gif">
            <a:extLst>
              <a:ext uri="{FF2B5EF4-FFF2-40B4-BE49-F238E27FC236}">
                <a16:creationId xmlns:a16="http://schemas.microsoft.com/office/drawing/2014/main" xmlns="" id="{EC2332AF-5276-301F-F605-8D3E1897BDD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9123" y="2348223"/>
            <a:ext cx="30480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 txBox="1">
            <a:spLocks/>
          </p:cNvSpPr>
          <p:nvPr/>
        </p:nvSpPr>
        <p:spPr>
          <a:xfrm>
            <a:off x="772243" y="1040699"/>
            <a:ext cx="10885857" cy="70230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716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AB17D0-1B2C-8B0D-FF47-4064F9622466}"/>
              </a:ext>
            </a:extLst>
          </p:cNvPr>
          <p:cNvSpPr txBox="1"/>
          <p:nvPr/>
        </p:nvSpPr>
        <p:spPr>
          <a:xfrm>
            <a:off x="802640" y="1905622"/>
            <a:ext cx="1065784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Аудио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клиптер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музыканы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эмоционалды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байытады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тек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көзге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ғана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біздің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құлағымызға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Музыка,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баяндау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дыбыстық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жеткізгіңіз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келетін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хабарламаға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өлшем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 descr="E:\userdata\Desktop\Новая папка\images (1).jpg">
            <a:extLst>
              <a:ext uri="{FF2B5EF4-FFF2-40B4-BE49-F238E27FC236}">
                <a16:creationId xmlns:a16="http://schemas.microsoft.com/office/drawing/2014/main" xmlns="" id="{51E49C49-AB9A-0DD3-26E9-78DE3A2AB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4430" y="3666173"/>
            <a:ext cx="4864100" cy="249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640" y="1010718"/>
            <a:ext cx="10885857" cy="70230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073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3AB17D0-1B2C-8B0D-FF47-4064F9622466}"/>
              </a:ext>
            </a:extLst>
          </p:cNvPr>
          <p:cNvSpPr txBox="1"/>
          <p:nvPr/>
        </p:nvSpPr>
        <p:spPr>
          <a:xfrm>
            <a:off x="873760" y="2084063"/>
            <a:ext cx="537527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Бейне (видео):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дыбыстық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отырып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идеяларды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түсіндіруге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көмектеседі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әңгімелерді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эмоцияларды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ілеспе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дыбыспен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тізбегі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7337261F-7642-4DE9-13DF-05BDE4AA1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20" y="2060830"/>
            <a:ext cx="4906644" cy="3211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7" y="1040699"/>
            <a:ext cx="10885857" cy="702303"/>
          </a:xfrm>
        </p:spPr>
        <p:txBody>
          <a:bodyPr>
            <a:no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компоненттері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00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xmlns="" id="{EB70EE0F-A4D8-3706-DD8B-D4C7EE79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07" y="785867"/>
            <a:ext cx="10885857" cy="702303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94307" y="1922888"/>
            <a:ext cx="69907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2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458" y="3671585"/>
            <a:ext cx="3480414" cy="2321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305" y="2255472"/>
            <a:ext cx="5206155" cy="3470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93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4792" y="614597"/>
            <a:ext cx="1163236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жазылған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бетінше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білдіреді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Мұндай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интерактивтілігіне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жоспарланған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сценарий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ұсынуға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бағытталған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әдетте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дербес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компьютерлерде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арнайы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құрылғыларда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интернет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етпейді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ерекшеліктері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Дербес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Тұрақты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арнайы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тасымалдаушылары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CD/DVD,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флеш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-диск)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істейді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сондықтан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интернет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байланысынсыз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жазылған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Контент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дайындалып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белгілі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ретпен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ұйымдастырылады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тек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ретінде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Интерактивтіліктің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төмен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деңгейі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көріп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тыңдай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бірақ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шектеулі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73566" y="291431"/>
            <a:ext cx="10152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7047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34518" y="1901360"/>
            <a:ext cx="1049311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Мысалдар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оқулықтар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CD/DVD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дискілеріндегі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оқулықтар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офлайн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Алдын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ала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көрсетілетін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слайд-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PowerPoint).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энциклопедиялар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Жергілікті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орнатылатын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интернетсіз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істейтін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энциклопедиялар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анықтамалықтар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Оқушылар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материалдарын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курстары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Офлайн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режимдегі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тренингтер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қызметтерді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таныстыратын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дербес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43585" y="995809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565875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14793" y="800384"/>
            <a:ext cx="1154242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графика, анимация,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нәтижесінде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дербестендіріледі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әрекеттеріне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өзгеруі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жаңаруы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сипаттамалары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белсенділігі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пассивті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қабылдамайды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керісінше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батырмаларды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басу,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слайдтарды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Икемділік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Контент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әрекеттеріне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өзгеріп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отыруы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опциялар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жауаптар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енгізілген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деректер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бойынша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бейімделеді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деңгейдегі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визуализация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жиі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графика, анимация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жабдықталады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көрнекі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қызықты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медиа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түрлерінің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үйлесімі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графика, анимация,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көпқырлы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ұсынады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49705" y="154053"/>
            <a:ext cx="101525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406879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39909" y="646655"/>
            <a:ext cx="1188720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Мысалдар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Онлайн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симуляцияларды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тіл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үйрену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қосымшалары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тренажерлар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Компьютерлік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ойындар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танымал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онда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нәтижесіне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шешімдер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қабылдайды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веб-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видеоны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ойнау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айналдыру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Тренингтік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кәсіптерде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ұшқыштарды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жаттықтыруға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тренажерлар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оқулықтар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онлайн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тренажерлар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бетімен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сипаттамаларын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Хирургиялық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тренажерлар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пациентке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индустриясы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Ойындардың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барлық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ішінде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шындық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VR)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кеңейтілген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шындық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ойындары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55622" y="126379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161192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74754" y="644578"/>
            <a:ext cx="1134755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Қызығушылықты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қолданушылардың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зейінін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ұзақ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сақтап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меңгеру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үдерісін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жақсартады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Дербестендірілген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қажеттіліктері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қалауына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бейімдей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Жаңартылатын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мазмұны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тез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жаңартылып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өзгертілуі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күрделілігі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әзірлеу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қарапайым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қарағанда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күрделірек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мультимедиа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жылдамдықтағы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интернет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құрылғыларды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тәжірибесін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кеңінен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88556" y="0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401119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29782" y="599606"/>
            <a:ext cx="11422505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идеясына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негізделіп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тек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мәтіндік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сілтемелерді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ғана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қамтиды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ерекшелігі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арасында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форматтарда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бағытта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шарлауына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негізгі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сипаттамалары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Гипермедиа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гиперсілтемелермен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байланыстырылған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екіншісіне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оңай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өтуге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суретке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Интерактивтілік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бетінше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бағытты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ақпаратпен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істеуді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икемді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Көптүрлі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медиа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анимация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сияқты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енеді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96513" y="245663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6087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464694" y="1110712"/>
            <a:ext cx="11347555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мысалдары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ru-RU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Веб-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сайттар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себебі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форматтағы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видео)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байланыстырып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таңдауды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ұсынады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энциклопедиялар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суреттерге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бейнелерге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бар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энциклопедиялар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классикалық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мысалы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табылады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Онлайн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курстар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материалдары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порталдары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материалдарын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мәтіндер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видео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дәрістер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тесттер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біріктіреді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Видеоойындар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мен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таңдау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мүмкіндігін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ойындар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симуляторлар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ретінде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қарастырылуы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556475" y="402826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66700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671691"/>
            <a:ext cx="11842228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2200" b="1" dirty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оңай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тез табу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сілтемелерді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ақпаратпен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белсенді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оны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терең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тартады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Гипермедиа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жан-жақты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көрсетуге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себебі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байланысқан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жүйеге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біріктіріледі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Гипермедианың</a:t>
            </a:r>
            <a:r>
              <a:rPr 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r>
              <a:rPr lang="ru-RU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Қолданушының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шатасуы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гиперсілтемелер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пайдаланушының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бағытты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жоғалтып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елемей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қалуына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себеп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Контент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қиындығы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себебі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тиімді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орнатуды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</a:t>
            </a:r>
            <a:r>
              <a:rPr lang="ru-RU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талаптар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Гипермедиа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жүйелері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жылдамдық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өнімділікті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қамтамасыз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жеткілікті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техникалық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ресурстарды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ru-RU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Гипермедиа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тартымды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жеткізу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мультимедианың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көптеген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біріктіретін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күшті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қолданушыларға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әртүрлі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көзқарастардан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зерттеп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терең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алуына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96514" y="0"/>
            <a:ext cx="1125577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технологиялардың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түрлері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3578156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719527" y="2140565"/>
            <a:ext cx="1073295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Электрондық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оқулықтар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презентациялар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курстар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қызықты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Маркетинг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жарнамалар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тұтынушыларды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тартып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өнімдерді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тиімді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жылжытады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Хирургиялық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тренажерлар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медициналық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оқулықтардағы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анимациялар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дәрігерлер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студенттердің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жақсартады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индустриясы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Компьютерлік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мобильді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дыбыстық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элементтер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жоғары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сапалы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әсер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719527" y="501134"/>
            <a:ext cx="10318274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салалары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098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659737" y="1989955"/>
            <a:ext cx="58759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Adobe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 Suite (Photoshop, Illustrator, Premiere Pro)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бейнемонтаж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ең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танымал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Autodesk Maya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Blender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3D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модельдеу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анимация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үшін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кәсіби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 </a:t>
            </a:r>
            <a:r>
              <a:rPr lang="ru-RU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Unreal Engine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Ойын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интерактивті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қосымшалар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әзірлеуге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арналған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77809" y="845908"/>
            <a:ext cx="1183638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5407" y="2121843"/>
            <a:ext cx="1590606" cy="89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013" y="1832149"/>
            <a:ext cx="1590606" cy="89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Picture backgroun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0265440" y="2161276"/>
            <a:ext cx="1590607" cy="894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autodesk_maya_logo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4721" y="3211174"/>
            <a:ext cx="1391709" cy="1062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 descr="https://junior3d.ru/wp-content/uploads/2020/12/foto-141220_2-e1607936302394.jpe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1960" y="3211174"/>
            <a:ext cx="1579953" cy="9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AutoShape 16" descr="Unity (game engine) - Wikipedi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16" name="Picture 20" descr="Unreal Engine 4 - Wikipedi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0710" y="4468204"/>
            <a:ext cx="2591227" cy="132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105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364760" y="521627"/>
            <a:ext cx="1134255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Мультимедиа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технологияларының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err="1" smtClean="0">
                <a:solidFill>
                  <a:srgbClr val="008E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Ақпаратты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қызықты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түрде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ұсыну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Қолданушыларды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тарту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олармен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өзара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әрекеттесу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деңгейін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арттыру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жақсырақ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меңгеруге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ықпал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Дамыған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қосымшалар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ресурсты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талап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Кейбір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платформаларда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істейтін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мультимедиалық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файлдар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үлкен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көлемде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8333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594</TotalTime>
  <Words>1633</Words>
  <Application>Microsoft Office PowerPoint</Application>
  <PresentationFormat>Широкоэкранный</PresentationFormat>
  <Paragraphs>138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Times New Roman</vt:lpstr>
      <vt:lpstr>Ретро</vt:lpstr>
      <vt:lpstr>Мультимедиалық технологиялар</vt:lpstr>
      <vt:lpstr>Мультимедиалық технологиялар</vt:lpstr>
      <vt:lpstr>1.  Мультимедиалық технологиялар деген не? </vt:lpstr>
      <vt:lpstr>Презентация PowerPoint</vt:lpstr>
      <vt:lpstr>2. Мультимедиа технологияларының негізгі компоненттері</vt:lpstr>
      <vt:lpstr>Презентация PowerPoint</vt:lpstr>
      <vt:lpstr>Презентация PowerPoint</vt:lpstr>
      <vt:lpstr>2. Мультимедиа технологияларының негізгі компоненттері</vt:lpstr>
      <vt:lpstr>2. Мультимедиа технологияларының негізгі компоненттері</vt:lpstr>
      <vt:lpstr>3. Мультимедиалық технологиялардың түрлері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banu180673@gmail.com</dc:creator>
  <cp:lastModifiedBy>Учетная запись Майкрософт</cp:lastModifiedBy>
  <cp:revision>27</cp:revision>
  <dcterms:created xsi:type="dcterms:W3CDTF">2023-11-18T08:55:58Z</dcterms:created>
  <dcterms:modified xsi:type="dcterms:W3CDTF">2024-11-11T12:24:55Z</dcterms:modified>
</cp:coreProperties>
</file>